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67" r:id="rId5"/>
    <p:sldId id="260" r:id="rId6"/>
    <p:sldId id="268" r:id="rId7"/>
    <p:sldId id="269" r:id="rId8"/>
    <p:sldId id="259" r:id="rId9"/>
    <p:sldId id="261" r:id="rId10"/>
    <p:sldId id="262" r:id="rId11"/>
    <p:sldId id="263" r:id="rId12"/>
    <p:sldId id="264" r:id="rId13"/>
    <p:sldId id="270" r:id="rId14"/>
    <p:sldId id="265" r:id="rId15"/>
    <p:sldId id="266" r:id="rId1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F09DFB-DA96-66A5-8D82-04C4B3ADD7F7}" v="5" dt="2025-01-07T09:11:37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едведєв Глєб Олегович" userId="S::medve_ay04@student.itstep.org::2b9af415-4b9b-4921-9da2-be0f3dff6b54" providerId="AD" clId="Web-{6F18825C-AD9E-7A97-CE67-806E533153C1}"/>
    <pc:docChg chg="addSld modSld">
      <pc:chgData name="Медведєв Глєб Олегович" userId="S::medve_ay04@student.itstep.org::2b9af415-4b9b-4921-9da2-be0f3dff6b54" providerId="AD" clId="Web-{6F18825C-AD9E-7A97-CE67-806E533153C1}" dt="2025-01-04T17:44:56.865" v="163" actId="20577"/>
      <pc:docMkLst>
        <pc:docMk/>
      </pc:docMkLst>
      <pc:sldChg chg="modSp">
        <pc:chgData name="Медведєв Глєб Олегович" userId="S::medve_ay04@student.itstep.org::2b9af415-4b9b-4921-9da2-be0f3dff6b54" providerId="AD" clId="Web-{6F18825C-AD9E-7A97-CE67-806E533153C1}" dt="2025-01-04T17:23:23.170" v="0" actId="20577"/>
        <pc:sldMkLst>
          <pc:docMk/>
          <pc:sldMk cId="1134499876" sldId="257"/>
        </pc:sldMkLst>
        <pc:spChg chg="mod">
          <ac:chgData name="Медведєв Глєб Олегович" userId="S::medve_ay04@student.itstep.org::2b9af415-4b9b-4921-9da2-be0f3dff6b54" providerId="AD" clId="Web-{6F18825C-AD9E-7A97-CE67-806E533153C1}" dt="2025-01-04T17:23:23.170" v="0" actId="20577"/>
          <ac:spMkLst>
            <pc:docMk/>
            <pc:sldMk cId="1134499876" sldId="257"/>
            <ac:spMk id="3" creationId="{C021C073-188F-A8D3-CA0B-6D76D6031EAE}"/>
          </ac:spMkLst>
        </pc:spChg>
      </pc:sldChg>
      <pc:sldChg chg="addSp delSp modSp">
        <pc:chgData name="Медведєв Глєб Олегович" userId="S::medve_ay04@student.itstep.org::2b9af415-4b9b-4921-9da2-be0f3dff6b54" providerId="AD" clId="Web-{6F18825C-AD9E-7A97-CE67-806E533153C1}" dt="2025-01-04T17:31:00.479" v="110" actId="1076"/>
        <pc:sldMkLst>
          <pc:docMk/>
          <pc:sldMk cId="212824723" sldId="261"/>
        </pc:sldMkLst>
        <pc:spChg chg="del mod">
          <ac:chgData name="Медведєв Глєб Олегович" userId="S::medve_ay04@student.itstep.org::2b9af415-4b9b-4921-9da2-be0f3dff6b54" providerId="AD" clId="Web-{6F18825C-AD9E-7A97-CE67-806E533153C1}" dt="2025-01-04T17:29:20.726" v="78"/>
          <ac:spMkLst>
            <pc:docMk/>
            <pc:sldMk cId="212824723" sldId="261"/>
            <ac:spMk id="2" creationId="{6D700378-38EC-1B64-1448-211D3B5ADD79}"/>
          </ac:spMkLst>
        </pc:spChg>
        <pc:spChg chg="add del mod">
          <ac:chgData name="Медведєв Глєб Олегович" userId="S::medve_ay04@student.itstep.org::2b9af415-4b9b-4921-9da2-be0f3dff6b54" providerId="AD" clId="Web-{6F18825C-AD9E-7A97-CE67-806E533153C1}" dt="2025-01-04T17:30:30.103" v="96"/>
          <ac:spMkLst>
            <pc:docMk/>
            <pc:sldMk cId="212824723" sldId="261"/>
            <ac:spMk id="3" creationId="{6F0FACB7-F56C-0F83-9F1D-33C8BA801F48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30:24.197" v="93"/>
          <ac:spMkLst>
            <pc:docMk/>
            <pc:sldMk cId="212824723" sldId="261"/>
            <ac:spMk id="4" creationId="{B69F1779-2172-F4BA-87A9-02151E359B53}"/>
          </ac:spMkLst>
        </pc:spChg>
        <pc:spChg chg="add mod">
          <ac:chgData name="Медведєв Глєб Олегович" userId="S::medve_ay04@student.itstep.org::2b9af415-4b9b-4921-9da2-be0f3dff6b54" providerId="AD" clId="Web-{6F18825C-AD9E-7A97-CE67-806E533153C1}" dt="2025-01-04T17:31:00.479" v="110" actId="1076"/>
          <ac:spMkLst>
            <pc:docMk/>
            <pc:sldMk cId="212824723" sldId="261"/>
            <ac:spMk id="5" creationId="{01EE3FC0-DF1F-ED7B-EEC3-1F153C506902}"/>
          </ac:spMkLst>
        </pc:spChg>
        <pc:spChg chg="mod ord">
          <ac:chgData name="Медведєв Глєб Олегович" userId="S::medve_ay04@student.itstep.org::2b9af415-4b9b-4921-9da2-be0f3dff6b54" providerId="AD" clId="Web-{6F18825C-AD9E-7A97-CE67-806E533153C1}" dt="2025-01-04T17:30:13.540" v="88" actId="20577"/>
          <ac:spMkLst>
            <pc:docMk/>
            <pc:sldMk cId="212824723" sldId="261"/>
            <ac:spMk id="15" creationId="{C826CCB5-092D-298E-F269-7EE84E0B8261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29:38.539" v="79"/>
          <ac:spMkLst>
            <pc:docMk/>
            <pc:sldMk cId="212824723" sldId="261"/>
            <ac:spMk id="39" creationId="{2B78D151-52A1-46B3-8374-570DA802E9A5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29:38.539" v="79"/>
          <ac:spMkLst>
            <pc:docMk/>
            <pc:sldMk cId="212824723" sldId="261"/>
            <ac:spMk id="41" creationId="{38572CB4-198F-40EB-A56D-65D841A383D4}"/>
          </ac:spMkLst>
        </pc:spChg>
        <pc:spChg chg="add">
          <ac:chgData name="Медведєв Глєб Олегович" userId="S::medve_ay04@student.itstep.org::2b9af415-4b9b-4921-9da2-be0f3dff6b54" providerId="AD" clId="Web-{6F18825C-AD9E-7A97-CE67-806E533153C1}" dt="2025-01-04T17:29:38.539" v="79"/>
          <ac:spMkLst>
            <pc:docMk/>
            <pc:sldMk cId="212824723" sldId="261"/>
            <ac:spMk id="57" creationId="{2B78D151-52A1-46B3-8374-570DA802E9A5}"/>
          </ac:spMkLst>
        </pc:spChg>
        <pc:spChg chg="add">
          <ac:chgData name="Медведєв Глєб Олегович" userId="S::medve_ay04@student.itstep.org::2b9af415-4b9b-4921-9da2-be0f3dff6b54" providerId="AD" clId="Web-{6F18825C-AD9E-7A97-CE67-806E533153C1}" dt="2025-01-04T17:29:38.539" v="79"/>
          <ac:spMkLst>
            <pc:docMk/>
            <pc:sldMk cId="212824723" sldId="261"/>
            <ac:spMk id="59" creationId="{38572CB4-198F-40EB-A56D-65D841A383D4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27:35.483" v="37"/>
          <ac:spMkLst>
            <pc:docMk/>
            <pc:sldMk cId="212824723" sldId="261"/>
            <ac:spMk id="62" creationId="{2B78D151-52A1-46B3-8374-570DA802E9A5}"/>
          </ac:spMkLst>
        </pc:spChg>
        <pc:picChg chg="mod ord">
          <ac:chgData name="Медведєв Глєб Олегович" userId="S::medve_ay04@student.itstep.org::2b9af415-4b9b-4921-9da2-be0f3dff6b54" providerId="AD" clId="Web-{6F18825C-AD9E-7A97-CE67-806E533153C1}" dt="2025-01-04T17:29:59.743" v="85" actId="1076"/>
          <ac:picMkLst>
            <pc:docMk/>
            <pc:sldMk cId="212824723" sldId="261"/>
            <ac:picMk id="6" creationId="{4410AADE-D781-A944-7E00-BE83C63447CF}"/>
          </ac:picMkLst>
        </pc:picChg>
        <pc:picChg chg="mod">
          <ac:chgData name="Медведєв Глєб Олегович" userId="S::medve_ay04@student.itstep.org::2b9af415-4b9b-4921-9da2-be0f3dff6b54" providerId="AD" clId="Web-{6F18825C-AD9E-7A97-CE67-806E533153C1}" dt="2025-01-04T17:30:05.415" v="86" actId="1076"/>
          <ac:picMkLst>
            <pc:docMk/>
            <pc:sldMk cId="212824723" sldId="261"/>
            <ac:picMk id="7" creationId="{913D6012-11EF-D914-FAF0-28F3482B20F2}"/>
          </ac:picMkLst>
        </pc:picChg>
        <pc:picChg chg="mod">
          <ac:chgData name="Медведєв Глєб Олегович" userId="S::medve_ay04@student.itstep.org::2b9af415-4b9b-4921-9da2-be0f3dff6b54" providerId="AD" clId="Web-{6F18825C-AD9E-7A97-CE67-806E533153C1}" dt="2025-01-04T17:29:55.555" v="84" actId="1076"/>
          <ac:picMkLst>
            <pc:docMk/>
            <pc:sldMk cId="212824723" sldId="261"/>
            <ac:picMk id="9" creationId="{7B68746B-A1CA-F2C9-24B5-DE3FB86C72B5}"/>
          </ac:picMkLst>
        </pc:picChg>
        <pc:cxnChg chg="add del">
          <ac:chgData name="Медведєв Глєб Олегович" userId="S::medve_ay04@student.itstep.org::2b9af415-4b9b-4921-9da2-be0f3dff6b54" providerId="AD" clId="Web-{6F18825C-AD9E-7A97-CE67-806E533153C1}" dt="2025-01-04T17:27:35.483" v="37"/>
          <ac:cxnSpMkLst>
            <pc:docMk/>
            <pc:sldMk cId="212824723" sldId="261"/>
            <ac:cxnSpMk id="29" creationId="{26D66059-832F-40B6-A35F-F56C8F38A1E7}"/>
          </ac:cxnSpMkLst>
        </pc:cxnChg>
        <pc:cxnChg chg="add">
          <ac:chgData name="Медведєв Глєб Олегович" userId="S::medve_ay04@student.itstep.org::2b9af415-4b9b-4921-9da2-be0f3dff6b54" providerId="AD" clId="Web-{6F18825C-AD9E-7A97-CE67-806E533153C1}" dt="2025-01-04T17:29:38.539" v="79"/>
          <ac:cxnSpMkLst>
            <pc:docMk/>
            <pc:sldMk cId="212824723" sldId="261"/>
            <ac:cxnSpMk id="45" creationId="{4436E0F2-A64B-471E-93C0-8DFE08CC57C8}"/>
          </ac:cxnSpMkLst>
        </pc:cxnChg>
        <pc:cxnChg chg="add">
          <ac:chgData name="Медведєв Глєб Олегович" userId="S::medve_ay04@student.itstep.org::2b9af415-4b9b-4921-9da2-be0f3dff6b54" providerId="AD" clId="Web-{6F18825C-AD9E-7A97-CE67-806E533153C1}" dt="2025-01-04T17:29:38.539" v="79"/>
          <ac:cxnSpMkLst>
            <pc:docMk/>
            <pc:sldMk cId="212824723" sldId="261"/>
            <ac:cxnSpMk id="51" creationId="{20595356-EABD-4767-AC9D-EA21FF115EC0}"/>
          </ac:cxnSpMkLst>
        </pc:cxnChg>
        <pc:cxnChg chg="add del">
          <ac:chgData name="Медведєв Глєб Олегович" userId="S::medve_ay04@student.itstep.org::2b9af415-4b9b-4921-9da2-be0f3dff6b54" providerId="AD" clId="Web-{6F18825C-AD9E-7A97-CE67-806E533153C1}" dt="2025-01-04T17:27:35.483" v="37"/>
          <ac:cxnSpMkLst>
            <pc:docMk/>
            <pc:sldMk cId="212824723" sldId="261"/>
            <ac:cxnSpMk id="66" creationId="{F02C290C-EA87-457A-9927-0235DDA35445}"/>
          </ac:cxnSpMkLst>
        </pc:cxnChg>
      </pc:sldChg>
      <pc:sldChg chg="modSp">
        <pc:chgData name="Медведєв Глєб Олегович" userId="S::medve_ay04@student.itstep.org::2b9af415-4b9b-4921-9da2-be0f3dff6b54" providerId="AD" clId="Web-{6F18825C-AD9E-7A97-CE67-806E533153C1}" dt="2025-01-04T17:33:06.828" v="134" actId="1076"/>
        <pc:sldMkLst>
          <pc:docMk/>
          <pc:sldMk cId="2463847650" sldId="262"/>
        </pc:sldMkLst>
        <pc:spChg chg="mod">
          <ac:chgData name="Медведєв Глєб Олегович" userId="S::medve_ay04@student.itstep.org::2b9af415-4b9b-4921-9da2-be0f3dff6b54" providerId="AD" clId="Web-{6F18825C-AD9E-7A97-CE67-806E533153C1}" dt="2025-01-04T17:33:06.828" v="134" actId="1076"/>
          <ac:spMkLst>
            <pc:docMk/>
            <pc:sldMk cId="2463847650" sldId="262"/>
            <ac:spMk id="2" creationId="{05D2035D-DA91-AD25-CB99-6099BC82C6F0}"/>
          </ac:spMkLst>
        </pc:spChg>
        <pc:spChg chg="mod">
          <ac:chgData name="Медведєв Глєб Олегович" userId="S::medve_ay04@student.itstep.org::2b9af415-4b9b-4921-9da2-be0f3dff6b54" providerId="AD" clId="Web-{6F18825C-AD9E-7A97-CE67-806E533153C1}" dt="2025-01-04T17:32:26.732" v="128" actId="1076"/>
          <ac:spMkLst>
            <pc:docMk/>
            <pc:sldMk cId="2463847650" sldId="262"/>
            <ac:spMk id="8" creationId="{33EA1C04-500F-EED7-66A4-D75F0E35D57A}"/>
          </ac:spMkLst>
        </pc:spChg>
        <pc:spChg chg="mod">
          <ac:chgData name="Медведєв Глєб Олегович" userId="S::medve_ay04@student.itstep.org::2b9af415-4b9b-4921-9da2-be0f3dff6b54" providerId="AD" clId="Web-{6F18825C-AD9E-7A97-CE67-806E533153C1}" dt="2025-01-04T17:32:41.780" v="131" actId="1076"/>
          <ac:spMkLst>
            <pc:docMk/>
            <pc:sldMk cId="2463847650" sldId="262"/>
            <ac:spMk id="12" creationId="{3DC08B99-18AC-59F3-527D-87C4B71FE755}"/>
          </ac:spMkLst>
        </pc:spChg>
        <pc:spChg chg="mod">
          <ac:chgData name="Медведєв Глєб Олегович" userId="S::medve_ay04@student.itstep.org::2b9af415-4b9b-4921-9da2-be0f3dff6b54" providerId="AD" clId="Web-{6F18825C-AD9E-7A97-CE67-806E533153C1}" dt="2025-01-04T17:32:00.981" v="121" actId="1076"/>
          <ac:spMkLst>
            <pc:docMk/>
            <pc:sldMk cId="2463847650" sldId="262"/>
            <ac:spMk id="14" creationId="{DC747CDD-9A8D-CFBF-BEFA-84607C772A5D}"/>
          </ac:spMkLst>
        </pc:spChg>
        <pc:picChg chg="mod">
          <ac:chgData name="Медведєв Глєб Олегович" userId="S::medve_ay04@student.itstep.org::2b9af415-4b9b-4921-9da2-be0f3dff6b54" providerId="AD" clId="Web-{6F18825C-AD9E-7A97-CE67-806E533153C1}" dt="2025-01-04T17:32:36.826" v="130" actId="14100"/>
          <ac:picMkLst>
            <pc:docMk/>
            <pc:sldMk cId="2463847650" sldId="262"/>
            <ac:picMk id="4" creationId="{0D5BB94B-0D1B-F055-3763-333CA0887132}"/>
          </ac:picMkLst>
        </pc:picChg>
        <pc:picChg chg="mod">
          <ac:chgData name="Медведєв Глєб Олегович" userId="S::medve_ay04@student.itstep.org::2b9af415-4b9b-4921-9da2-be0f3dff6b54" providerId="AD" clId="Web-{6F18825C-AD9E-7A97-CE67-806E533153C1}" dt="2025-01-04T17:31:56.075" v="120" actId="1076"/>
          <ac:picMkLst>
            <pc:docMk/>
            <pc:sldMk cId="2463847650" sldId="262"/>
            <ac:picMk id="5" creationId="{C3042079-DA0C-17F3-AC61-76A3CECC0884}"/>
          </ac:picMkLst>
        </pc:picChg>
        <pc:picChg chg="mod">
          <ac:chgData name="Медведєв Глєб Олегович" userId="S::medve_ay04@student.itstep.org::2b9af415-4b9b-4921-9da2-be0f3dff6b54" providerId="AD" clId="Web-{6F18825C-AD9E-7A97-CE67-806E533153C1}" dt="2025-01-04T17:32:18.966" v="127" actId="1076"/>
          <ac:picMkLst>
            <pc:docMk/>
            <pc:sldMk cId="2463847650" sldId="262"/>
            <ac:picMk id="6" creationId="{FA6DACBB-FCD2-FCE6-A42A-44588FE15ED9}"/>
          </ac:picMkLst>
        </pc:picChg>
      </pc:sldChg>
      <pc:sldChg chg="modSp">
        <pc:chgData name="Медведєв Глєб Олегович" userId="S::medve_ay04@student.itstep.org::2b9af415-4b9b-4921-9da2-be0f3dff6b54" providerId="AD" clId="Web-{6F18825C-AD9E-7A97-CE67-806E533153C1}" dt="2025-01-04T17:32:56.718" v="132" actId="20577"/>
        <pc:sldMkLst>
          <pc:docMk/>
          <pc:sldMk cId="910017537" sldId="263"/>
        </pc:sldMkLst>
        <pc:spChg chg="mod">
          <ac:chgData name="Медведєв Глєб Олегович" userId="S::medve_ay04@student.itstep.org::2b9af415-4b9b-4921-9da2-be0f3dff6b54" providerId="AD" clId="Web-{6F18825C-AD9E-7A97-CE67-806E533153C1}" dt="2025-01-04T17:32:56.718" v="132" actId="20577"/>
          <ac:spMkLst>
            <pc:docMk/>
            <pc:sldMk cId="910017537" sldId="263"/>
            <ac:spMk id="2" creationId="{9409B5E2-E2EC-B4E7-4BA5-BFAEF81AEBA3}"/>
          </ac:spMkLst>
        </pc:spChg>
      </pc:sldChg>
      <pc:sldChg chg="modSp">
        <pc:chgData name="Медведєв Глєб Олегович" userId="S::medve_ay04@student.itstep.org::2b9af415-4b9b-4921-9da2-be0f3dff6b54" providerId="AD" clId="Web-{6F18825C-AD9E-7A97-CE67-806E533153C1}" dt="2025-01-04T17:34:25.925" v="138" actId="20577"/>
        <pc:sldMkLst>
          <pc:docMk/>
          <pc:sldMk cId="2537445433" sldId="264"/>
        </pc:sldMkLst>
        <pc:spChg chg="mod">
          <ac:chgData name="Медведєв Глєб Олегович" userId="S::medve_ay04@student.itstep.org::2b9af415-4b9b-4921-9da2-be0f3dff6b54" providerId="AD" clId="Web-{6F18825C-AD9E-7A97-CE67-806E533153C1}" dt="2025-01-04T17:34:25.925" v="138" actId="20577"/>
          <ac:spMkLst>
            <pc:docMk/>
            <pc:sldMk cId="2537445433" sldId="264"/>
            <ac:spMk id="8" creationId="{D390C8BD-23AE-447F-1B17-8406EFAFCA98}"/>
          </ac:spMkLst>
        </pc:spChg>
      </pc:sldChg>
      <pc:sldChg chg="modSp">
        <pc:chgData name="Медведєв Глєб Олегович" userId="S::medve_ay04@student.itstep.org::2b9af415-4b9b-4921-9da2-be0f3dff6b54" providerId="AD" clId="Web-{6F18825C-AD9E-7A97-CE67-806E533153C1}" dt="2025-01-04T17:33:19.156" v="136" actId="20577"/>
        <pc:sldMkLst>
          <pc:docMk/>
          <pc:sldMk cId="693633385" sldId="265"/>
        </pc:sldMkLst>
        <pc:spChg chg="mod">
          <ac:chgData name="Медведєв Глєб Олегович" userId="S::medve_ay04@student.itstep.org::2b9af415-4b9b-4921-9da2-be0f3dff6b54" providerId="AD" clId="Web-{6F18825C-AD9E-7A97-CE67-806E533153C1}" dt="2025-01-04T17:33:19.156" v="136" actId="20577"/>
          <ac:spMkLst>
            <pc:docMk/>
            <pc:sldMk cId="693633385" sldId="265"/>
            <ac:spMk id="3" creationId="{994D637F-BFDB-D964-D9FF-D637E98689B9}"/>
          </ac:spMkLst>
        </pc:spChg>
      </pc:sldChg>
      <pc:sldChg chg="modSp">
        <pc:chgData name="Медведєв Глєб Олегович" userId="S::medve_ay04@student.itstep.org::2b9af415-4b9b-4921-9da2-be0f3dff6b54" providerId="AD" clId="Web-{6F18825C-AD9E-7A97-CE67-806E533153C1}" dt="2025-01-04T17:28:33.958" v="65" actId="20577"/>
        <pc:sldMkLst>
          <pc:docMk/>
          <pc:sldMk cId="4044289084" sldId="269"/>
        </pc:sldMkLst>
        <pc:spChg chg="mod">
          <ac:chgData name="Медведєв Глєб Олегович" userId="S::medve_ay04@student.itstep.org::2b9af415-4b9b-4921-9da2-be0f3dff6b54" providerId="AD" clId="Web-{6F18825C-AD9E-7A97-CE67-806E533153C1}" dt="2025-01-04T17:27:42.238" v="44" actId="1076"/>
          <ac:spMkLst>
            <pc:docMk/>
            <pc:sldMk cId="4044289084" sldId="269"/>
            <ac:spMk id="2" creationId="{85CECC94-D6AA-69A2-A6B6-CA3F787E48A0}"/>
          </ac:spMkLst>
        </pc:spChg>
        <pc:spChg chg="mod">
          <ac:chgData name="Медведєв Глєб Олегович" userId="S::medve_ay04@student.itstep.org::2b9af415-4b9b-4921-9da2-be0f3dff6b54" providerId="AD" clId="Web-{6F18825C-AD9E-7A97-CE67-806E533153C1}" dt="2025-01-04T17:28:33.958" v="65" actId="20577"/>
          <ac:spMkLst>
            <pc:docMk/>
            <pc:sldMk cId="4044289084" sldId="269"/>
            <ac:spMk id="5" creationId="{49E134ED-9817-E861-0C36-6824FF4C9220}"/>
          </ac:spMkLst>
        </pc:spChg>
        <pc:spChg chg="mod">
          <ac:chgData name="Медведєв Глєб Олегович" userId="S::medve_ay04@student.itstep.org::2b9af415-4b9b-4921-9da2-be0f3dff6b54" providerId="AD" clId="Web-{6F18825C-AD9E-7A97-CE67-806E533153C1}" dt="2025-01-04T17:26:09.613" v="23" actId="1076"/>
          <ac:spMkLst>
            <pc:docMk/>
            <pc:sldMk cId="4044289084" sldId="269"/>
            <ac:spMk id="7" creationId="{A78886AD-3817-66F8-B709-4D3778133E7C}"/>
          </ac:spMkLst>
        </pc:spChg>
        <pc:graphicFrameChg chg="mod modGraphic">
          <ac:chgData name="Медведєв Глєб Олегович" userId="S::medve_ay04@student.itstep.org::2b9af415-4b9b-4921-9da2-be0f3dff6b54" providerId="AD" clId="Web-{6F18825C-AD9E-7A97-CE67-806E533153C1}" dt="2025-01-04T17:25:51.644" v="21" actId="1076"/>
          <ac:graphicFrameMkLst>
            <pc:docMk/>
            <pc:sldMk cId="4044289084" sldId="269"/>
            <ac:graphicFrameMk id="10" creationId="{7EA4CEF1-492F-DF59-45BA-54A548793604}"/>
          </ac:graphicFrameMkLst>
        </pc:graphicFrameChg>
      </pc:sldChg>
      <pc:sldChg chg="addSp delSp modSp new mod setBg">
        <pc:chgData name="Медведєв Глєб Олегович" userId="S::medve_ay04@student.itstep.org::2b9af415-4b9b-4921-9da2-be0f3dff6b54" providerId="AD" clId="Web-{6F18825C-AD9E-7A97-CE67-806E533153C1}" dt="2025-01-04T17:44:56.865" v="163" actId="20577"/>
        <pc:sldMkLst>
          <pc:docMk/>
          <pc:sldMk cId="204125206" sldId="270"/>
        </pc:sldMkLst>
        <pc:spChg chg="mod">
          <ac:chgData name="Медведєв Глєб Олегович" userId="S::medve_ay04@student.itstep.org::2b9af415-4b9b-4921-9da2-be0f3dff6b54" providerId="AD" clId="Web-{6F18825C-AD9E-7A97-CE67-806E533153C1}" dt="2025-01-04T17:44:56.865" v="163" actId="20577"/>
          <ac:spMkLst>
            <pc:docMk/>
            <pc:sldMk cId="204125206" sldId="270"/>
            <ac:spMk id="2" creationId="{E9272265-848F-54FB-40B9-DB4779E89D5F}"/>
          </ac:spMkLst>
        </pc:spChg>
        <pc:spChg chg="mod">
          <ac:chgData name="Медведєв Глєб Олегович" userId="S::medve_ay04@student.itstep.org::2b9af415-4b9b-4921-9da2-be0f3dff6b54" providerId="AD" clId="Web-{6F18825C-AD9E-7A97-CE67-806E533153C1}" dt="2025-01-04T17:44:25.817" v="159" actId="20577"/>
          <ac:spMkLst>
            <pc:docMk/>
            <pc:sldMk cId="204125206" sldId="270"/>
            <ac:spMk id="3" creationId="{0C4AE9A2-395D-17DB-B07E-91EAC0014123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44:07.331" v="152"/>
          <ac:spMkLst>
            <pc:docMk/>
            <pc:sldMk cId="204125206" sldId="270"/>
            <ac:spMk id="8" creationId="{81775E6C-9FE7-4AE4-ABE7-2568D95DEAE0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44:07.331" v="152"/>
          <ac:spMkLst>
            <pc:docMk/>
            <pc:sldMk cId="204125206" sldId="270"/>
            <ac:spMk id="10" creationId="{8CECB99A-E2AB-482F-A307-48795531018B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44:09.644" v="154"/>
          <ac:spMkLst>
            <pc:docMk/>
            <pc:sldMk cId="204125206" sldId="270"/>
            <ac:spMk id="16" creationId="{81775E6C-9FE7-4AE4-ABE7-2568D95DEAE0}"/>
          </ac:spMkLst>
        </pc:spChg>
        <pc:spChg chg="add del">
          <ac:chgData name="Медведєв Глєб Олегович" userId="S::medve_ay04@student.itstep.org::2b9af415-4b9b-4921-9da2-be0f3dff6b54" providerId="AD" clId="Web-{6F18825C-AD9E-7A97-CE67-806E533153C1}" dt="2025-01-04T17:44:09.644" v="154"/>
          <ac:spMkLst>
            <pc:docMk/>
            <pc:sldMk cId="204125206" sldId="270"/>
            <ac:spMk id="17" creationId="{8AAE0423-BDD0-446E-8E7E-AD39C661C917}"/>
          </ac:spMkLst>
        </pc:spChg>
        <pc:spChg chg="add">
          <ac:chgData name="Медведєв Глєб Олегович" userId="S::medve_ay04@student.itstep.org::2b9af415-4b9b-4921-9da2-be0f3dff6b54" providerId="AD" clId="Web-{6F18825C-AD9E-7A97-CE67-806E533153C1}" dt="2025-01-04T17:44:09.660" v="155"/>
          <ac:spMkLst>
            <pc:docMk/>
            <pc:sldMk cId="204125206" sldId="270"/>
            <ac:spMk id="21" creationId="{81775E6C-9FE7-4AE4-ABE7-2568D95DEAE0}"/>
          </ac:spMkLst>
        </pc:spChg>
        <pc:spChg chg="add">
          <ac:chgData name="Медведєв Глєб Олегович" userId="S::medve_ay04@student.itstep.org::2b9af415-4b9b-4921-9da2-be0f3dff6b54" providerId="AD" clId="Web-{6F18825C-AD9E-7A97-CE67-806E533153C1}" dt="2025-01-04T17:44:09.660" v="155"/>
          <ac:spMkLst>
            <pc:docMk/>
            <pc:sldMk cId="204125206" sldId="270"/>
            <ac:spMk id="22" creationId="{8CECB99A-E2AB-482F-A307-48795531018B}"/>
          </ac:spMkLst>
        </pc:spChg>
        <pc:cxnChg chg="add del">
          <ac:chgData name="Медведєв Глєб Олегович" userId="S::medve_ay04@student.itstep.org::2b9af415-4b9b-4921-9da2-be0f3dff6b54" providerId="AD" clId="Web-{6F18825C-AD9E-7A97-CE67-806E533153C1}" dt="2025-01-04T17:44:07.331" v="152"/>
          <ac:cxnSpMkLst>
            <pc:docMk/>
            <pc:sldMk cId="204125206" sldId="270"/>
            <ac:cxnSpMk id="12" creationId="{E8A66062-E0FE-4EE7-9840-EC05B87ACF47}"/>
          </ac:cxnSpMkLst>
        </pc:cxnChg>
        <pc:cxnChg chg="add del">
          <ac:chgData name="Медведєв Глєб Олегович" userId="S::medve_ay04@student.itstep.org::2b9af415-4b9b-4921-9da2-be0f3dff6b54" providerId="AD" clId="Web-{6F18825C-AD9E-7A97-CE67-806E533153C1}" dt="2025-01-04T17:44:07.331" v="152"/>
          <ac:cxnSpMkLst>
            <pc:docMk/>
            <pc:sldMk cId="204125206" sldId="270"/>
            <ac:cxnSpMk id="14" creationId="{A3B4C179-2540-4304-9C9C-2AAAA53EFDC7}"/>
          </ac:cxnSpMkLst>
        </pc:cxnChg>
        <pc:cxnChg chg="add del">
          <ac:chgData name="Медведєв Глєб Олегович" userId="S::medve_ay04@student.itstep.org::2b9af415-4b9b-4921-9da2-be0f3dff6b54" providerId="AD" clId="Web-{6F18825C-AD9E-7A97-CE67-806E533153C1}" dt="2025-01-04T17:44:09.644" v="154"/>
          <ac:cxnSpMkLst>
            <pc:docMk/>
            <pc:sldMk cId="204125206" sldId="270"/>
            <ac:cxnSpMk id="18" creationId="{1F4B48C8-2A0F-488D-AD2B-8302238506AD}"/>
          </ac:cxnSpMkLst>
        </pc:cxnChg>
        <pc:cxnChg chg="add del">
          <ac:chgData name="Медведєв Глєб Олегович" userId="S::medve_ay04@student.itstep.org::2b9af415-4b9b-4921-9da2-be0f3dff6b54" providerId="AD" clId="Web-{6F18825C-AD9E-7A97-CE67-806E533153C1}" dt="2025-01-04T17:44:09.644" v="154"/>
          <ac:cxnSpMkLst>
            <pc:docMk/>
            <pc:sldMk cId="204125206" sldId="270"/>
            <ac:cxnSpMk id="19" creationId="{C6BEB5BD-6C08-40C8-8912-A7FAB7C45A92}"/>
          </ac:cxnSpMkLst>
        </pc:cxnChg>
        <pc:cxnChg chg="add">
          <ac:chgData name="Медведєв Глєб Олегович" userId="S::medve_ay04@student.itstep.org::2b9af415-4b9b-4921-9da2-be0f3dff6b54" providerId="AD" clId="Web-{6F18825C-AD9E-7A97-CE67-806E533153C1}" dt="2025-01-04T17:44:09.660" v="155"/>
          <ac:cxnSpMkLst>
            <pc:docMk/>
            <pc:sldMk cId="204125206" sldId="270"/>
            <ac:cxnSpMk id="23" creationId="{A3B4C179-2540-4304-9C9C-2AAAA53EFDC7}"/>
          </ac:cxnSpMkLst>
        </pc:cxnChg>
        <pc:cxnChg chg="add">
          <ac:chgData name="Медведєв Глєб Олегович" userId="S::medve_ay04@student.itstep.org::2b9af415-4b9b-4921-9da2-be0f3dff6b54" providerId="AD" clId="Web-{6F18825C-AD9E-7A97-CE67-806E533153C1}" dt="2025-01-04T17:44:09.660" v="155"/>
          <ac:cxnSpMkLst>
            <pc:docMk/>
            <pc:sldMk cId="204125206" sldId="270"/>
            <ac:cxnSpMk id="24" creationId="{7A364443-B44B-44C9-B8C4-AED23CB62151}"/>
          </ac:cxnSpMkLst>
        </pc:cxnChg>
      </pc:sldChg>
    </pc:docChg>
  </pc:docChgLst>
  <pc:docChgLst>
    <pc:chgData name="Медведєв Глєб Олегович" userId="S::medve_ay04@student.itstep.org::2b9af415-4b9b-4921-9da2-be0f3dff6b54" providerId="AD" clId="Web-{1D586001-B936-5C96-4DAF-31D1EC136B09}"/>
    <pc:docChg chg="modSld">
      <pc:chgData name="Медведєв Глєб Олегович" userId="S::medve_ay04@student.itstep.org::2b9af415-4b9b-4921-9da2-be0f3dff6b54" providerId="AD" clId="Web-{1D586001-B936-5C96-4DAF-31D1EC136B09}" dt="2025-01-04T18:05:01.317" v="57" actId="20577"/>
      <pc:docMkLst>
        <pc:docMk/>
      </pc:docMkLst>
      <pc:sldChg chg="modSp">
        <pc:chgData name="Медведєв Глєб Олегович" userId="S::medve_ay04@student.itstep.org::2b9af415-4b9b-4921-9da2-be0f3dff6b54" providerId="AD" clId="Web-{1D586001-B936-5C96-4DAF-31D1EC136B09}" dt="2025-01-04T17:57:45.851" v="12" actId="20577"/>
        <pc:sldMkLst>
          <pc:docMk/>
          <pc:sldMk cId="1134499876" sldId="257"/>
        </pc:sldMkLst>
        <pc:spChg chg="mod">
          <ac:chgData name="Медведєв Глєб Олегович" userId="S::medve_ay04@student.itstep.org::2b9af415-4b9b-4921-9da2-be0f3dff6b54" providerId="AD" clId="Web-{1D586001-B936-5C96-4DAF-31D1EC136B09}" dt="2025-01-04T17:57:45.851" v="12" actId="20577"/>
          <ac:spMkLst>
            <pc:docMk/>
            <pc:sldMk cId="1134499876" sldId="257"/>
            <ac:spMk id="3" creationId="{C021C073-188F-A8D3-CA0B-6D76D6031EAE}"/>
          </ac:spMkLst>
        </pc:spChg>
      </pc:sldChg>
      <pc:sldChg chg="modSp">
        <pc:chgData name="Медведєв Глєб Олегович" userId="S::medve_ay04@student.itstep.org::2b9af415-4b9b-4921-9da2-be0f3dff6b54" providerId="AD" clId="Web-{1D586001-B936-5C96-4DAF-31D1EC136B09}" dt="2025-01-04T17:59:00.400" v="14" actId="20577"/>
        <pc:sldMkLst>
          <pc:docMk/>
          <pc:sldMk cId="1783977421" sldId="267"/>
        </pc:sldMkLst>
        <pc:spChg chg="mod">
          <ac:chgData name="Медведєв Глєб Олегович" userId="S::medve_ay04@student.itstep.org::2b9af415-4b9b-4921-9da2-be0f3dff6b54" providerId="AD" clId="Web-{1D586001-B936-5C96-4DAF-31D1EC136B09}" dt="2025-01-04T17:59:00.400" v="14" actId="20577"/>
          <ac:spMkLst>
            <pc:docMk/>
            <pc:sldMk cId="1783977421" sldId="267"/>
            <ac:spMk id="3" creationId="{1C1147B1-AA0D-4561-8B45-AC2C584F09F7}"/>
          </ac:spMkLst>
        </pc:spChg>
      </pc:sldChg>
      <pc:sldChg chg="modSp">
        <pc:chgData name="Медведєв Глєб Олегович" userId="S::medve_ay04@student.itstep.org::2b9af415-4b9b-4921-9da2-be0f3dff6b54" providerId="AD" clId="Web-{1D586001-B936-5C96-4DAF-31D1EC136B09}" dt="2025-01-04T18:01:53.186" v="52" actId="20577"/>
        <pc:sldMkLst>
          <pc:docMk/>
          <pc:sldMk cId="820078025" sldId="268"/>
        </pc:sldMkLst>
        <pc:spChg chg="mod">
          <ac:chgData name="Медведєв Глєб Олегович" userId="S::medve_ay04@student.itstep.org::2b9af415-4b9b-4921-9da2-be0f3dff6b54" providerId="AD" clId="Web-{1D586001-B936-5C96-4DAF-31D1EC136B09}" dt="2025-01-04T18:01:53.186" v="52" actId="20577"/>
          <ac:spMkLst>
            <pc:docMk/>
            <pc:sldMk cId="820078025" sldId="268"/>
            <ac:spMk id="7" creationId="{492C4217-B9FE-BA7A-F0B7-3C5271F06E02}"/>
          </ac:spMkLst>
        </pc:spChg>
        <pc:graphicFrameChg chg="modGraphic">
          <ac:chgData name="Медведєв Глєб Олегович" userId="S::medve_ay04@student.itstep.org::2b9af415-4b9b-4921-9da2-be0f3dff6b54" providerId="AD" clId="Web-{1D586001-B936-5C96-4DAF-31D1EC136B09}" dt="2025-01-04T18:01:09.904" v="27" actId="20577"/>
          <ac:graphicFrameMkLst>
            <pc:docMk/>
            <pc:sldMk cId="820078025" sldId="268"/>
            <ac:graphicFrameMk id="12" creationId="{CEF55B20-5177-B2D6-53C8-FD6AD2D715A5}"/>
          </ac:graphicFrameMkLst>
        </pc:graphicFrameChg>
      </pc:sldChg>
      <pc:sldChg chg="modSp">
        <pc:chgData name="Медведєв Глєб Олегович" userId="S::medve_ay04@student.itstep.org::2b9af415-4b9b-4921-9da2-be0f3dff6b54" providerId="AD" clId="Web-{1D586001-B936-5C96-4DAF-31D1EC136B09}" dt="2025-01-04T18:05:01.317" v="57" actId="20577"/>
        <pc:sldMkLst>
          <pc:docMk/>
          <pc:sldMk cId="4044289084" sldId="269"/>
        </pc:sldMkLst>
        <pc:spChg chg="mod">
          <ac:chgData name="Медведєв Глєб Олегович" userId="S::medve_ay04@student.itstep.org::2b9af415-4b9b-4921-9da2-be0f3dff6b54" providerId="AD" clId="Web-{1D586001-B936-5C96-4DAF-31D1EC136B09}" dt="2025-01-04T18:05:01.317" v="57" actId="20577"/>
          <ac:spMkLst>
            <pc:docMk/>
            <pc:sldMk cId="4044289084" sldId="269"/>
            <ac:spMk id="2" creationId="{85CECC94-D6AA-69A2-A6B6-CA3F787E48A0}"/>
          </ac:spMkLst>
        </pc:spChg>
        <pc:spChg chg="mod">
          <ac:chgData name="Медведєв Глєб Олегович" userId="S::medve_ay04@student.itstep.org::2b9af415-4b9b-4921-9da2-be0f3dff6b54" providerId="AD" clId="Web-{1D586001-B936-5C96-4DAF-31D1EC136B09}" dt="2025-01-04T18:02:07.983" v="54" actId="20577"/>
          <ac:spMkLst>
            <pc:docMk/>
            <pc:sldMk cId="4044289084" sldId="269"/>
            <ac:spMk id="7" creationId="{A78886AD-3817-66F8-B709-4D3778133E7C}"/>
          </ac:spMkLst>
        </pc:spChg>
      </pc:sldChg>
    </pc:docChg>
  </pc:docChgLst>
  <pc:docChgLst>
    <pc:chgData name="Медведєв Глєб Олегович" userId="S::medve_ay04@student.itstep.org::2b9af415-4b9b-4921-9da2-be0f3dff6b54" providerId="AD" clId="Web-{A1F09DFB-DA96-66A5-8D82-04C4B3ADD7F7}"/>
    <pc:docChg chg="modSld">
      <pc:chgData name="Медведєв Глєб Олегович" userId="S::medve_ay04@student.itstep.org::2b9af415-4b9b-4921-9da2-be0f3dff6b54" providerId="AD" clId="Web-{A1F09DFB-DA96-66A5-8D82-04C4B3ADD7F7}" dt="2025-01-07T09:11:37.774" v="4" actId="20577"/>
      <pc:docMkLst>
        <pc:docMk/>
      </pc:docMkLst>
      <pc:sldChg chg="modSp">
        <pc:chgData name="Медведєв Глєб Олегович" userId="S::medve_ay04@student.itstep.org::2b9af415-4b9b-4921-9da2-be0f3dff6b54" providerId="AD" clId="Web-{A1F09DFB-DA96-66A5-8D82-04C4B3ADD7F7}" dt="2025-01-07T09:11:37.774" v="4" actId="20577"/>
        <pc:sldMkLst>
          <pc:docMk/>
          <pc:sldMk cId="1134499876" sldId="257"/>
        </pc:sldMkLst>
        <pc:spChg chg="mod">
          <ac:chgData name="Медведєв Глєб Олегович" userId="S::medve_ay04@student.itstep.org::2b9af415-4b9b-4921-9da2-be0f3dff6b54" providerId="AD" clId="Web-{A1F09DFB-DA96-66A5-8D82-04C4B3ADD7F7}" dt="2025-01-07T09:11:37.774" v="4" actId="20577"/>
          <ac:spMkLst>
            <pc:docMk/>
            <pc:sldMk cId="1134499876" sldId="257"/>
            <ac:spMk id="3" creationId="{C021C073-188F-A8D3-CA0B-6D76D6031EAE}"/>
          </ac:spMkLst>
        </pc:spChg>
      </pc:sldChg>
      <pc:sldChg chg="modSp">
        <pc:chgData name="Медведєв Глєб Олегович" userId="S::medve_ay04@student.itstep.org::2b9af415-4b9b-4921-9da2-be0f3dff6b54" providerId="AD" clId="Web-{A1F09DFB-DA96-66A5-8D82-04C4B3ADD7F7}" dt="2025-01-07T09:11:17.320" v="1" actId="20577"/>
        <pc:sldMkLst>
          <pc:docMk/>
          <pc:sldMk cId="204125206" sldId="270"/>
        </pc:sldMkLst>
        <pc:spChg chg="mod">
          <ac:chgData name="Медведєв Глєб Олегович" userId="S::medve_ay04@student.itstep.org::2b9af415-4b9b-4921-9da2-be0f3dff6b54" providerId="AD" clId="Web-{A1F09DFB-DA96-66A5-8D82-04C4B3ADD7F7}" dt="2025-01-07T09:11:17.320" v="1" actId="20577"/>
          <ac:spMkLst>
            <pc:docMk/>
            <pc:sldMk cId="204125206" sldId="270"/>
            <ac:spMk id="3" creationId="{0C4AE9A2-395D-17DB-B07E-91EAC0014123}"/>
          </ac:spMkLst>
        </pc:spChg>
      </pc:sldChg>
    </pc:docChg>
  </pc:docChgLst>
  <pc:docChgLst>
    <pc:chgData name="Медведєв Глєб Олегович" userId="S::medve_ay04@student.itstep.org::2b9af415-4b9b-4921-9da2-be0f3dff6b54" providerId="AD" clId="Web-{AAF09DDF-B1AD-60EE-21E4-2C9FC8517149}"/>
    <pc:docChg chg="modSld">
      <pc:chgData name="Медведєв Глєб Олегович" userId="S::medve_ay04@student.itstep.org::2b9af415-4b9b-4921-9da2-be0f3dff6b54" providerId="AD" clId="Web-{AAF09DDF-B1AD-60EE-21E4-2C9FC8517149}" dt="2024-12-28T19:22:23.452" v="22" actId="20577"/>
      <pc:docMkLst>
        <pc:docMk/>
      </pc:docMkLst>
      <pc:sldChg chg="modSp">
        <pc:chgData name="Медведєв Глєб Олегович" userId="S::medve_ay04@student.itstep.org::2b9af415-4b9b-4921-9da2-be0f3dff6b54" providerId="AD" clId="Web-{AAF09DDF-B1AD-60EE-21E4-2C9FC8517149}" dt="2024-12-28T19:21:19.981" v="14" actId="20577"/>
        <pc:sldMkLst>
          <pc:docMk/>
          <pc:sldMk cId="910017537" sldId="263"/>
        </pc:sldMkLst>
        <pc:spChg chg="mod">
          <ac:chgData name="Медведєв Глєб Олегович" userId="S::medve_ay04@student.itstep.org::2b9af415-4b9b-4921-9da2-be0f3dff6b54" providerId="AD" clId="Web-{AAF09DDF-B1AD-60EE-21E4-2C9FC8517149}" dt="2024-12-28T19:21:05.401" v="12" actId="1076"/>
          <ac:spMkLst>
            <pc:docMk/>
            <pc:sldMk cId="910017537" sldId="263"/>
            <ac:spMk id="8" creationId="{28E84F98-4AB6-DD25-F832-627155338630}"/>
          </ac:spMkLst>
        </pc:spChg>
        <pc:spChg chg="mod">
          <ac:chgData name="Медведєв Глєб Олегович" userId="S::medve_ay04@student.itstep.org::2b9af415-4b9b-4921-9da2-be0f3dff6b54" providerId="AD" clId="Web-{AAF09DDF-B1AD-60EE-21E4-2C9FC8517149}" dt="2024-12-28T19:20:41.947" v="0" actId="20577"/>
          <ac:spMkLst>
            <pc:docMk/>
            <pc:sldMk cId="910017537" sldId="263"/>
            <ac:spMk id="12" creationId="{D181E91F-73AA-8DEB-045D-1B0160A6B528}"/>
          </ac:spMkLst>
        </pc:spChg>
        <pc:spChg chg="mod">
          <ac:chgData name="Медведєв Глєб Олегович" userId="S::medve_ay04@student.itstep.org::2b9af415-4b9b-4921-9da2-be0f3dff6b54" providerId="AD" clId="Web-{AAF09DDF-B1AD-60EE-21E4-2C9FC8517149}" dt="2024-12-28T19:21:19.981" v="14" actId="20577"/>
          <ac:spMkLst>
            <pc:docMk/>
            <pc:sldMk cId="910017537" sldId="263"/>
            <ac:spMk id="14" creationId="{ACEB44E3-75A4-A880-0263-3FC1DB11E88B}"/>
          </ac:spMkLst>
        </pc:spChg>
      </pc:sldChg>
      <pc:sldChg chg="modSp">
        <pc:chgData name="Медведєв Глєб Олегович" userId="S::medve_ay04@student.itstep.org::2b9af415-4b9b-4921-9da2-be0f3dff6b54" providerId="AD" clId="Web-{AAF09DDF-B1AD-60EE-21E4-2C9FC8517149}" dt="2024-12-28T19:22:23.452" v="22" actId="20577"/>
        <pc:sldMkLst>
          <pc:docMk/>
          <pc:sldMk cId="693633385" sldId="265"/>
        </pc:sldMkLst>
        <pc:spChg chg="mod">
          <ac:chgData name="Медведєв Глєб Олегович" userId="S::medve_ay04@student.itstep.org::2b9af415-4b9b-4921-9da2-be0f3dff6b54" providerId="AD" clId="Web-{AAF09DDF-B1AD-60EE-21E4-2C9FC8517149}" dt="2024-12-28T19:22:23.452" v="22" actId="20577"/>
          <ac:spMkLst>
            <pc:docMk/>
            <pc:sldMk cId="693633385" sldId="265"/>
            <ac:spMk id="3" creationId="{994D637F-BFDB-D964-D9FF-D637E98689B9}"/>
          </ac:spMkLst>
        </pc:spChg>
      </pc:sldChg>
    </pc:docChg>
  </pc:docChgLst>
  <pc:docChgLst>
    <pc:chgData clId="Web-{6F18825C-AD9E-7A97-CE67-806E533153C1}"/>
    <pc:docChg chg="modSld">
      <pc:chgData name="" userId="" providerId="" clId="Web-{6F18825C-AD9E-7A97-CE67-806E533153C1}" dt="2025-01-04T17:23:16.747" v="2" actId="20577"/>
      <pc:docMkLst>
        <pc:docMk/>
      </pc:docMkLst>
      <pc:sldChg chg="modSp">
        <pc:chgData name="" userId="" providerId="" clId="Web-{6F18825C-AD9E-7A97-CE67-806E533153C1}" dt="2025-01-04T17:23:16.747" v="2" actId="20577"/>
        <pc:sldMkLst>
          <pc:docMk/>
          <pc:sldMk cId="1134499876" sldId="257"/>
        </pc:sldMkLst>
        <pc:spChg chg="mod">
          <ac:chgData name="" userId="" providerId="" clId="Web-{6F18825C-AD9E-7A97-CE67-806E533153C1}" dt="2025-01-04T17:23:16.747" v="2" actId="20577"/>
          <ac:spMkLst>
            <pc:docMk/>
            <pc:sldMk cId="1134499876" sldId="257"/>
            <ac:spMk id="3" creationId="{C021C073-188F-A8D3-CA0B-6D76D6031EA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2D75BF-882C-4FD2-BE19-122AF2EBCC0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AE4827-A56D-441B-A58F-5B9627126A58}">
      <dgm:prSet/>
      <dgm:spPr/>
      <dgm:t>
        <a:bodyPr/>
        <a:lstStyle/>
        <a:p>
          <a:r>
            <a:rPr lang="uk-UA" b="1" dirty="0"/>
            <a:t>Доступність 24/7</a:t>
          </a:r>
          <a:endParaRPr lang="en-US" dirty="0"/>
        </a:p>
      </dgm:t>
    </dgm:pt>
    <dgm:pt modelId="{A91CAF1A-509A-4973-A445-9CCEF0A2EA9C}" type="parTrans" cxnId="{2BF2CE84-E050-4535-AC4F-3AD1B613772C}">
      <dgm:prSet/>
      <dgm:spPr/>
      <dgm:t>
        <a:bodyPr/>
        <a:lstStyle/>
        <a:p>
          <a:endParaRPr lang="en-US"/>
        </a:p>
      </dgm:t>
    </dgm:pt>
    <dgm:pt modelId="{69099D5A-A24E-4422-99AC-E264982D7F8D}" type="sibTrans" cxnId="{2BF2CE84-E050-4535-AC4F-3AD1B613772C}">
      <dgm:prSet/>
      <dgm:spPr/>
      <dgm:t>
        <a:bodyPr/>
        <a:lstStyle/>
        <a:p>
          <a:endParaRPr lang="en-US"/>
        </a:p>
      </dgm:t>
    </dgm:pt>
    <dgm:pt modelId="{20E7AD74-FA2F-41AC-90C5-4E394F81632C}">
      <dgm:prSet/>
      <dgm:spPr/>
      <dgm:t>
        <a:bodyPr/>
        <a:lstStyle/>
        <a:p>
          <a:r>
            <a:rPr lang="uk-UA" b="1" dirty="0"/>
            <a:t>Швидкість відповіді</a:t>
          </a:r>
          <a:endParaRPr lang="en-US" dirty="0"/>
        </a:p>
      </dgm:t>
    </dgm:pt>
    <dgm:pt modelId="{CA6BEF94-1771-4389-9DBF-580AEEF934E4}" type="parTrans" cxnId="{B1307EC9-1C59-4FF1-86FA-D0FA3CDFF9F9}">
      <dgm:prSet/>
      <dgm:spPr/>
      <dgm:t>
        <a:bodyPr/>
        <a:lstStyle/>
        <a:p>
          <a:endParaRPr lang="en-US"/>
        </a:p>
      </dgm:t>
    </dgm:pt>
    <dgm:pt modelId="{99CCA2C1-0C80-499C-B0AF-AA33AEE2D539}" type="sibTrans" cxnId="{B1307EC9-1C59-4FF1-86FA-D0FA3CDFF9F9}">
      <dgm:prSet/>
      <dgm:spPr/>
      <dgm:t>
        <a:bodyPr/>
        <a:lstStyle/>
        <a:p>
          <a:endParaRPr lang="en-US"/>
        </a:p>
      </dgm:t>
    </dgm:pt>
    <dgm:pt modelId="{8EC91A26-2362-4050-855D-41CE8CC598E0}">
      <dgm:prSet/>
      <dgm:spPr/>
      <dgm:t>
        <a:bodyPr/>
        <a:lstStyle/>
        <a:p>
          <a:r>
            <a:rPr lang="uk-UA" b="1" dirty="0"/>
            <a:t>Зручність</a:t>
          </a:r>
          <a:endParaRPr lang="en-US" dirty="0"/>
        </a:p>
      </dgm:t>
    </dgm:pt>
    <dgm:pt modelId="{3AF8E34E-BADB-41C5-B300-DC95DA10FCBB}" type="parTrans" cxnId="{AE8D0F97-AA49-4384-8B97-8D94755C4D28}">
      <dgm:prSet/>
      <dgm:spPr/>
      <dgm:t>
        <a:bodyPr/>
        <a:lstStyle/>
        <a:p>
          <a:endParaRPr lang="en-US"/>
        </a:p>
      </dgm:t>
    </dgm:pt>
    <dgm:pt modelId="{1537A16F-A75F-4186-8AC5-543447D3CCFC}" type="sibTrans" cxnId="{AE8D0F97-AA49-4384-8B97-8D94755C4D28}">
      <dgm:prSet/>
      <dgm:spPr/>
      <dgm:t>
        <a:bodyPr/>
        <a:lstStyle/>
        <a:p>
          <a:endParaRPr lang="en-US"/>
        </a:p>
      </dgm:t>
    </dgm:pt>
    <dgm:pt modelId="{48DE9BD4-E6C4-4C42-87AC-72F638090E57}">
      <dgm:prSet/>
      <dgm:spPr/>
      <dgm:t>
        <a:bodyPr/>
        <a:lstStyle/>
        <a:p>
          <a:r>
            <a:rPr lang="uk-UA" b="1" dirty="0"/>
            <a:t>Безпека</a:t>
          </a:r>
          <a:endParaRPr lang="en-US" dirty="0"/>
        </a:p>
      </dgm:t>
    </dgm:pt>
    <dgm:pt modelId="{A5AE20E1-158C-49E4-B25C-E684E6E329A3}" type="parTrans" cxnId="{24A633BE-FB6A-4AB9-858D-31FA45A9047A}">
      <dgm:prSet/>
      <dgm:spPr/>
      <dgm:t>
        <a:bodyPr/>
        <a:lstStyle/>
        <a:p>
          <a:endParaRPr lang="en-US"/>
        </a:p>
      </dgm:t>
    </dgm:pt>
    <dgm:pt modelId="{AE68DBB7-C2F4-4A16-8880-E82C8F9092FA}" type="sibTrans" cxnId="{24A633BE-FB6A-4AB9-858D-31FA45A9047A}">
      <dgm:prSet/>
      <dgm:spPr/>
      <dgm:t>
        <a:bodyPr/>
        <a:lstStyle/>
        <a:p>
          <a:endParaRPr lang="en-US"/>
        </a:p>
      </dgm:t>
    </dgm:pt>
    <dgm:pt modelId="{42230C66-4AE3-4E4E-9676-E66ED12DDAAB}" type="pres">
      <dgm:prSet presAssocID="{682D75BF-882C-4FD2-BE19-122AF2EBCC04}" presName="vert0" presStyleCnt="0">
        <dgm:presLayoutVars>
          <dgm:dir/>
          <dgm:animOne val="branch"/>
          <dgm:animLvl val="lvl"/>
        </dgm:presLayoutVars>
      </dgm:prSet>
      <dgm:spPr/>
    </dgm:pt>
    <dgm:pt modelId="{A7D0965D-718A-4A12-A517-CF1FB36D4D2E}" type="pres">
      <dgm:prSet presAssocID="{DFAE4827-A56D-441B-A58F-5B9627126A58}" presName="thickLine" presStyleLbl="alignNode1" presStyleIdx="0" presStyleCnt="4"/>
      <dgm:spPr/>
    </dgm:pt>
    <dgm:pt modelId="{B8145209-24E5-443D-8794-28FBBE9B2E03}" type="pres">
      <dgm:prSet presAssocID="{DFAE4827-A56D-441B-A58F-5B9627126A58}" presName="horz1" presStyleCnt="0"/>
      <dgm:spPr/>
    </dgm:pt>
    <dgm:pt modelId="{E9A7FFC5-0ADA-4AEE-8233-885232A226D3}" type="pres">
      <dgm:prSet presAssocID="{DFAE4827-A56D-441B-A58F-5B9627126A58}" presName="tx1" presStyleLbl="revTx" presStyleIdx="0" presStyleCnt="4"/>
      <dgm:spPr/>
    </dgm:pt>
    <dgm:pt modelId="{10D73A32-0B08-4BBE-8987-D797FB938D19}" type="pres">
      <dgm:prSet presAssocID="{DFAE4827-A56D-441B-A58F-5B9627126A58}" presName="vert1" presStyleCnt="0"/>
      <dgm:spPr/>
    </dgm:pt>
    <dgm:pt modelId="{2190A91C-EB03-4CEC-AA26-66C196204DDB}" type="pres">
      <dgm:prSet presAssocID="{20E7AD74-FA2F-41AC-90C5-4E394F81632C}" presName="thickLine" presStyleLbl="alignNode1" presStyleIdx="1" presStyleCnt="4"/>
      <dgm:spPr/>
    </dgm:pt>
    <dgm:pt modelId="{93E57FA1-0562-444F-AD63-CBA0EC4698E5}" type="pres">
      <dgm:prSet presAssocID="{20E7AD74-FA2F-41AC-90C5-4E394F81632C}" presName="horz1" presStyleCnt="0"/>
      <dgm:spPr/>
    </dgm:pt>
    <dgm:pt modelId="{48EECD65-562B-4464-8652-C42232F9D4BE}" type="pres">
      <dgm:prSet presAssocID="{20E7AD74-FA2F-41AC-90C5-4E394F81632C}" presName="tx1" presStyleLbl="revTx" presStyleIdx="1" presStyleCnt="4"/>
      <dgm:spPr/>
    </dgm:pt>
    <dgm:pt modelId="{42D3A09B-0A44-45B8-899F-2247C811ABBF}" type="pres">
      <dgm:prSet presAssocID="{20E7AD74-FA2F-41AC-90C5-4E394F81632C}" presName="vert1" presStyleCnt="0"/>
      <dgm:spPr/>
    </dgm:pt>
    <dgm:pt modelId="{84537315-261F-4A10-8E72-4F444351B47C}" type="pres">
      <dgm:prSet presAssocID="{8EC91A26-2362-4050-855D-41CE8CC598E0}" presName="thickLine" presStyleLbl="alignNode1" presStyleIdx="2" presStyleCnt="4"/>
      <dgm:spPr/>
    </dgm:pt>
    <dgm:pt modelId="{4CEA0CB0-F522-4322-AD4E-5EAB58A6314D}" type="pres">
      <dgm:prSet presAssocID="{8EC91A26-2362-4050-855D-41CE8CC598E0}" presName="horz1" presStyleCnt="0"/>
      <dgm:spPr/>
    </dgm:pt>
    <dgm:pt modelId="{E5E8F2D2-240E-4348-943D-B4525E374C85}" type="pres">
      <dgm:prSet presAssocID="{8EC91A26-2362-4050-855D-41CE8CC598E0}" presName="tx1" presStyleLbl="revTx" presStyleIdx="2" presStyleCnt="4"/>
      <dgm:spPr/>
    </dgm:pt>
    <dgm:pt modelId="{79F3F5A8-2F1B-4E2B-B468-970BFE109FF5}" type="pres">
      <dgm:prSet presAssocID="{8EC91A26-2362-4050-855D-41CE8CC598E0}" presName="vert1" presStyleCnt="0"/>
      <dgm:spPr/>
    </dgm:pt>
    <dgm:pt modelId="{63021273-C8FD-491B-A08E-65863D833535}" type="pres">
      <dgm:prSet presAssocID="{48DE9BD4-E6C4-4C42-87AC-72F638090E57}" presName="thickLine" presStyleLbl="alignNode1" presStyleIdx="3" presStyleCnt="4"/>
      <dgm:spPr/>
    </dgm:pt>
    <dgm:pt modelId="{52B8BABF-EF92-4EB4-9758-E42E78D57E4F}" type="pres">
      <dgm:prSet presAssocID="{48DE9BD4-E6C4-4C42-87AC-72F638090E57}" presName="horz1" presStyleCnt="0"/>
      <dgm:spPr/>
    </dgm:pt>
    <dgm:pt modelId="{DABB3D24-F791-49F7-A608-ED1D96121083}" type="pres">
      <dgm:prSet presAssocID="{48DE9BD4-E6C4-4C42-87AC-72F638090E57}" presName="tx1" presStyleLbl="revTx" presStyleIdx="3" presStyleCnt="4"/>
      <dgm:spPr/>
    </dgm:pt>
    <dgm:pt modelId="{817204D9-F960-4293-97A0-0D554C3126A2}" type="pres">
      <dgm:prSet presAssocID="{48DE9BD4-E6C4-4C42-87AC-72F638090E57}" presName="vert1" presStyleCnt="0"/>
      <dgm:spPr/>
    </dgm:pt>
  </dgm:ptLst>
  <dgm:cxnLst>
    <dgm:cxn modelId="{2804273D-8039-41DD-BEAD-BFBE14B18177}" type="presOf" srcId="{682D75BF-882C-4FD2-BE19-122AF2EBCC04}" destId="{42230C66-4AE3-4E4E-9676-E66ED12DDAAB}" srcOrd="0" destOrd="0" presId="urn:microsoft.com/office/officeart/2008/layout/LinedList"/>
    <dgm:cxn modelId="{23499346-3984-48CB-9175-C991F744F825}" type="presOf" srcId="{DFAE4827-A56D-441B-A58F-5B9627126A58}" destId="{E9A7FFC5-0ADA-4AEE-8233-885232A226D3}" srcOrd="0" destOrd="0" presId="urn:microsoft.com/office/officeart/2008/layout/LinedList"/>
    <dgm:cxn modelId="{7271974A-B44C-4442-A28A-5690DFC7B722}" type="presOf" srcId="{48DE9BD4-E6C4-4C42-87AC-72F638090E57}" destId="{DABB3D24-F791-49F7-A608-ED1D96121083}" srcOrd="0" destOrd="0" presId="urn:microsoft.com/office/officeart/2008/layout/LinedList"/>
    <dgm:cxn modelId="{2BF2CE84-E050-4535-AC4F-3AD1B613772C}" srcId="{682D75BF-882C-4FD2-BE19-122AF2EBCC04}" destId="{DFAE4827-A56D-441B-A58F-5B9627126A58}" srcOrd="0" destOrd="0" parTransId="{A91CAF1A-509A-4973-A445-9CCEF0A2EA9C}" sibTransId="{69099D5A-A24E-4422-99AC-E264982D7F8D}"/>
    <dgm:cxn modelId="{AE8D0F97-AA49-4384-8B97-8D94755C4D28}" srcId="{682D75BF-882C-4FD2-BE19-122AF2EBCC04}" destId="{8EC91A26-2362-4050-855D-41CE8CC598E0}" srcOrd="2" destOrd="0" parTransId="{3AF8E34E-BADB-41C5-B300-DC95DA10FCBB}" sibTransId="{1537A16F-A75F-4186-8AC5-543447D3CCFC}"/>
    <dgm:cxn modelId="{24A633BE-FB6A-4AB9-858D-31FA45A9047A}" srcId="{682D75BF-882C-4FD2-BE19-122AF2EBCC04}" destId="{48DE9BD4-E6C4-4C42-87AC-72F638090E57}" srcOrd="3" destOrd="0" parTransId="{A5AE20E1-158C-49E4-B25C-E684E6E329A3}" sibTransId="{AE68DBB7-C2F4-4A16-8880-E82C8F9092FA}"/>
    <dgm:cxn modelId="{7757A1BF-C167-4464-9C3A-8E9BEA101142}" type="presOf" srcId="{8EC91A26-2362-4050-855D-41CE8CC598E0}" destId="{E5E8F2D2-240E-4348-943D-B4525E374C85}" srcOrd="0" destOrd="0" presId="urn:microsoft.com/office/officeart/2008/layout/LinedList"/>
    <dgm:cxn modelId="{B1307EC9-1C59-4FF1-86FA-D0FA3CDFF9F9}" srcId="{682D75BF-882C-4FD2-BE19-122AF2EBCC04}" destId="{20E7AD74-FA2F-41AC-90C5-4E394F81632C}" srcOrd="1" destOrd="0" parTransId="{CA6BEF94-1771-4389-9DBF-580AEEF934E4}" sibTransId="{99CCA2C1-0C80-499C-B0AF-AA33AEE2D539}"/>
    <dgm:cxn modelId="{62A979FF-8063-4CBF-905A-16310E07A13C}" type="presOf" srcId="{20E7AD74-FA2F-41AC-90C5-4E394F81632C}" destId="{48EECD65-562B-4464-8652-C42232F9D4BE}" srcOrd="0" destOrd="0" presId="urn:microsoft.com/office/officeart/2008/layout/LinedList"/>
    <dgm:cxn modelId="{1C07AF8E-E712-44FF-81A3-8F8E5D33C997}" type="presParOf" srcId="{42230C66-4AE3-4E4E-9676-E66ED12DDAAB}" destId="{A7D0965D-718A-4A12-A517-CF1FB36D4D2E}" srcOrd="0" destOrd="0" presId="urn:microsoft.com/office/officeart/2008/layout/LinedList"/>
    <dgm:cxn modelId="{487E26F3-1B24-49EA-9A73-956F06D9A51E}" type="presParOf" srcId="{42230C66-4AE3-4E4E-9676-E66ED12DDAAB}" destId="{B8145209-24E5-443D-8794-28FBBE9B2E03}" srcOrd="1" destOrd="0" presId="urn:microsoft.com/office/officeart/2008/layout/LinedList"/>
    <dgm:cxn modelId="{7D25853B-5114-481C-89E3-DD8ABD11718C}" type="presParOf" srcId="{B8145209-24E5-443D-8794-28FBBE9B2E03}" destId="{E9A7FFC5-0ADA-4AEE-8233-885232A226D3}" srcOrd="0" destOrd="0" presId="urn:microsoft.com/office/officeart/2008/layout/LinedList"/>
    <dgm:cxn modelId="{F15E3D1A-FA17-48D7-810C-FF60BBA297DB}" type="presParOf" srcId="{B8145209-24E5-443D-8794-28FBBE9B2E03}" destId="{10D73A32-0B08-4BBE-8987-D797FB938D19}" srcOrd="1" destOrd="0" presId="urn:microsoft.com/office/officeart/2008/layout/LinedList"/>
    <dgm:cxn modelId="{FA071083-F8C9-4A78-8EAF-3A12494F9284}" type="presParOf" srcId="{42230C66-4AE3-4E4E-9676-E66ED12DDAAB}" destId="{2190A91C-EB03-4CEC-AA26-66C196204DDB}" srcOrd="2" destOrd="0" presId="urn:microsoft.com/office/officeart/2008/layout/LinedList"/>
    <dgm:cxn modelId="{EF697DEB-5B6B-4A14-A9C4-B484C4C6CEB0}" type="presParOf" srcId="{42230C66-4AE3-4E4E-9676-E66ED12DDAAB}" destId="{93E57FA1-0562-444F-AD63-CBA0EC4698E5}" srcOrd="3" destOrd="0" presId="urn:microsoft.com/office/officeart/2008/layout/LinedList"/>
    <dgm:cxn modelId="{F19D2837-3A83-4814-9328-E6714157C67F}" type="presParOf" srcId="{93E57FA1-0562-444F-AD63-CBA0EC4698E5}" destId="{48EECD65-562B-4464-8652-C42232F9D4BE}" srcOrd="0" destOrd="0" presId="urn:microsoft.com/office/officeart/2008/layout/LinedList"/>
    <dgm:cxn modelId="{D4972999-1B8F-49E6-BBE3-BC249119A063}" type="presParOf" srcId="{93E57FA1-0562-444F-AD63-CBA0EC4698E5}" destId="{42D3A09B-0A44-45B8-899F-2247C811ABBF}" srcOrd="1" destOrd="0" presId="urn:microsoft.com/office/officeart/2008/layout/LinedList"/>
    <dgm:cxn modelId="{ECB313AD-700F-40FF-A335-C9D5EBE385D3}" type="presParOf" srcId="{42230C66-4AE3-4E4E-9676-E66ED12DDAAB}" destId="{84537315-261F-4A10-8E72-4F444351B47C}" srcOrd="4" destOrd="0" presId="urn:microsoft.com/office/officeart/2008/layout/LinedList"/>
    <dgm:cxn modelId="{AA3228C7-87D2-4706-A695-993CAC4ACC2D}" type="presParOf" srcId="{42230C66-4AE3-4E4E-9676-E66ED12DDAAB}" destId="{4CEA0CB0-F522-4322-AD4E-5EAB58A6314D}" srcOrd="5" destOrd="0" presId="urn:microsoft.com/office/officeart/2008/layout/LinedList"/>
    <dgm:cxn modelId="{84D79659-C1C3-4A26-A504-F71526CDB573}" type="presParOf" srcId="{4CEA0CB0-F522-4322-AD4E-5EAB58A6314D}" destId="{E5E8F2D2-240E-4348-943D-B4525E374C85}" srcOrd="0" destOrd="0" presId="urn:microsoft.com/office/officeart/2008/layout/LinedList"/>
    <dgm:cxn modelId="{058CE547-026A-4077-A480-38ECFE9C5C07}" type="presParOf" srcId="{4CEA0CB0-F522-4322-AD4E-5EAB58A6314D}" destId="{79F3F5A8-2F1B-4E2B-B468-970BFE109FF5}" srcOrd="1" destOrd="0" presId="urn:microsoft.com/office/officeart/2008/layout/LinedList"/>
    <dgm:cxn modelId="{4D00A3A7-DF88-400C-9ADD-CA5C66A7C09D}" type="presParOf" srcId="{42230C66-4AE3-4E4E-9676-E66ED12DDAAB}" destId="{63021273-C8FD-491B-A08E-65863D833535}" srcOrd="6" destOrd="0" presId="urn:microsoft.com/office/officeart/2008/layout/LinedList"/>
    <dgm:cxn modelId="{E56FF908-3202-444D-98C1-D3439E4D32BC}" type="presParOf" srcId="{42230C66-4AE3-4E4E-9676-E66ED12DDAAB}" destId="{52B8BABF-EF92-4EB4-9758-E42E78D57E4F}" srcOrd="7" destOrd="0" presId="urn:microsoft.com/office/officeart/2008/layout/LinedList"/>
    <dgm:cxn modelId="{83E0EA5E-C66E-49C7-BA34-51D9B3C5D97C}" type="presParOf" srcId="{52B8BABF-EF92-4EB4-9758-E42E78D57E4F}" destId="{DABB3D24-F791-49F7-A608-ED1D96121083}" srcOrd="0" destOrd="0" presId="urn:microsoft.com/office/officeart/2008/layout/LinedList"/>
    <dgm:cxn modelId="{DE77F2D2-83AE-4FC2-83DC-AEE8B5D78980}" type="presParOf" srcId="{52B8BABF-EF92-4EB4-9758-E42E78D57E4F}" destId="{817204D9-F960-4293-97A0-0D554C3126A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25F863-E27C-45D5-9D94-8FD9AD7383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05BC00-A041-402B-AE6D-9DB3A8F5AD66}">
      <dgm:prSet/>
      <dgm:spPr/>
      <dgm:t>
        <a:bodyPr/>
        <a:lstStyle/>
        <a:p>
          <a:r>
            <a:rPr lang="uk-UA" b="1" dirty="0"/>
            <a:t>Зберігання даних</a:t>
          </a:r>
          <a:endParaRPr lang="uk-UA" dirty="0"/>
        </a:p>
      </dgm:t>
    </dgm:pt>
    <dgm:pt modelId="{0B009323-1F81-46C5-9F74-201B653B0EEB}" type="parTrans" cxnId="{2BAFFA1E-BD82-469C-8FC8-9DB546C3EB24}">
      <dgm:prSet/>
      <dgm:spPr/>
      <dgm:t>
        <a:bodyPr/>
        <a:lstStyle/>
        <a:p>
          <a:endParaRPr lang="en-US"/>
        </a:p>
      </dgm:t>
    </dgm:pt>
    <dgm:pt modelId="{C5456B97-DF84-4950-B595-8785201EDCE8}" type="sibTrans" cxnId="{2BAFFA1E-BD82-469C-8FC8-9DB546C3EB24}">
      <dgm:prSet/>
      <dgm:spPr/>
      <dgm:t>
        <a:bodyPr/>
        <a:lstStyle/>
        <a:p>
          <a:endParaRPr lang="en-US"/>
        </a:p>
      </dgm:t>
    </dgm:pt>
    <dgm:pt modelId="{9A048DAE-187C-432C-BD6B-F2814F0E74A9}">
      <dgm:prSet/>
      <dgm:spPr/>
      <dgm:t>
        <a:bodyPr/>
        <a:lstStyle/>
        <a:p>
          <a:r>
            <a:rPr lang="uk-UA" b="1" dirty="0"/>
            <a:t>Вебсервери</a:t>
          </a:r>
        </a:p>
      </dgm:t>
    </dgm:pt>
    <dgm:pt modelId="{C665E4F4-96A9-4659-BD91-296C2BEC2F76}" type="parTrans" cxnId="{AEEF4F29-E9F2-4750-883D-DE475F7F8BC5}">
      <dgm:prSet/>
      <dgm:spPr/>
      <dgm:t>
        <a:bodyPr/>
        <a:lstStyle/>
        <a:p>
          <a:endParaRPr lang="en-US"/>
        </a:p>
      </dgm:t>
    </dgm:pt>
    <dgm:pt modelId="{63866C08-F9E4-42DA-BBC1-BB47845A4D77}" type="sibTrans" cxnId="{AEEF4F29-E9F2-4750-883D-DE475F7F8BC5}">
      <dgm:prSet/>
      <dgm:spPr/>
      <dgm:t>
        <a:bodyPr/>
        <a:lstStyle/>
        <a:p>
          <a:endParaRPr lang="en-US"/>
        </a:p>
      </dgm:t>
    </dgm:pt>
    <dgm:pt modelId="{5BF9CBF2-FDE4-4CF8-B30F-28311A324194}">
      <dgm:prSet/>
      <dgm:spPr/>
      <dgm:t>
        <a:bodyPr/>
        <a:lstStyle/>
        <a:p>
          <a:r>
            <a:rPr lang="uk-UA" b="1" dirty="0"/>
            <a:t>Пошта</a:t>
          </a:r>
          <a:endParaRPr lang="uk-UA" dirty="0"/>
        </a:p>
      </dgm:t>
    </dgm:pt>
    <dgm:pt modelId="{481C0A4A-5C69-415D-A48B-D9356400AEBC}" type="parTrans" cxnId="{D3DA0393-8F58-4F9A-A4B1-A045DAE76F8C}">
      <dgm:prSet/>
      <dgm:spPr/>
      <dgm:t>
        <a:bodyPr/>
        <a:lstStyle/>
        <a:p>
          <a:endParaRPr lang="en-US"/>
        </a:p>
      </dgm:t>
    </dgm:pt>
    <dgm:pt modelId="{509890A7-3C73-4FEB-8ED9-BDE98ED5ABA9}" type="sibTrans" cxnId="{D3DA0393-8F58-4F9A-A4B1-A045DAE76F8C}">
      <dgm:prSet/>
      <dgm:spPr/>
      <dgm:t>
        <a:bodyPr/>
        <a:lstStyle/>
        <a:p>
          <a:endParaRPr lang="en-US"/>
        </a:p>
      </dgm:t>
    </dgm:pt>
    <dgm:pt modelId="{A8F90BEA-7C80-42BE-BE8F-BD8782262D70}">
      <dgm:prSet/>
      <dgm:spPr/>
      <dgm:t>
        <a:bodyPr/>
        <a:lstStyle/>
        <a:p>
          <a:r>
            <a:rPr lang="uk-UA" b="1" dirty="0"/>
            <a:t>Хостинг додатків</a:t>
          </a:r>
          <a:endParaRPr lang="uk-UA" dirty="0"/>
        </a:p>
      </dgm:t>
    </dgm:pt>
    <dgm:pt modelId="{CFC7485B-B247-4B0F-8A23-2CE932A4F24E}" type="parTrans" cxnId="{EDE24784-C83D-4927-80B7-8FE23E1B89FB}">
      <dgm:prSet/>
      <dgm:spPr/>
      <dgm:t>
        <a:bodyPr/>
        <a:lstStyle/>
        <a:p>
          <a:endParaRPr lang="en-US"/>
        </a:p>
      </dgm:t>
    </dgm:pt>
    <dgm:pt modelId="{1FA61C12-29FD-4ECC-B106-CCF705798A10}" type="sibTrans" cxnId="{EDE24784-C83D-4927-80B7-8FE23E1B89FB}">
      <dgm:prSet/>
      <dgm:spPr/>
      <dgm:t>
        <a:bodyPr/>
        <a:lstStyle/>
        <a:p>
          <a:endParaRPr lang="en-US"/>
        </a:p>
      </dgm:t>
    </dgm:pt>
    <dgm:pt modelId="{7D7BD8FD-D20B-4C1B-AE6A-6F3786616D16}">
      <dgm:prSet/>
      <dgm:spPr/>
      <dgm:t>
        <a:bodyPr/>
        <a:lstStyle/>
        <a:p>
          <a:r>
            <a:rPr lang="uk-UA" b="1" dirty="0"/>
            <a:t>Ігрові сервери</a:t>
          </a:r>
          <a:endParaRPr lang="uk-UA" dirty="0"/>
        </a:p>
      </dgm:t>
    </dgm:pt>
    <dgm:pt modelId="{D205E07D-F019-4ECC-86E7-9B7F76029636}" type="parTrans" cxnId="{49A9D38E-DB02-4F3D-BB9C-55D704D39273}">
      <dgm:prSet/>
      <dgm:spPr/>
      <dgm:t>
        <a:bodyPr/>
        <a:lstStyle/>
        <a:p>
          <a:endParaRPr lang="en-US"/>
        </a:p>
      </dgm:t>
    </dgm:pt>
    <dgm:pt modelId="{3F10978A-B075-4AEA-B0F2-F052E3A62524}" type="sibTrans" cxnId="{49A9D38E-DB02-4F3D-BB9C-55D704D39273}">
      <dgm:prSet/>
      <dgm:spPr/>
      <dgm:t>
        <a:bodyPr/>
        <a:lstStyle/>
        <a:p>
          <a:endParaRPr lang="en-US"/>
        </a:p>
      </dgm:t>
    </dgm:pt>
    <dgm:pt modelId="{F7C4C54B-DF13-4E33-AD9F-645C7E9D598D}">
      <dgm:prSet/>
      <dgm:spPr/>
      <dgm:t>
        <a:bodyPr/>
        <a:lstStyle/>
        <a:p>
          <a:r>
            <a:rPr lang="uk-UA" b="1" dirty="0"/>
            <a:t>VPN</a:t>
          </a:r>
          <a:endParaRPr lang="uk-UA" dirty="0"/>
        </a:p>
      </dgm:t>
    </dgm:pt>
    <dgm:pt modelId="{3531AD20-D4EE-4F20-A406-C2C1ED1F8AF2}" type="parTrans" cxnId="{9A2AC299-61F5-4601-A33B-EAD77D3E6E8C}">
      <dgm:prSet/>
      <dgm:spPr/>
      <dgm:t>
        <a:bodyPr/>
        <a:lstStyle/>
        <a:p>
          <a:endParaRPr lang="en-US"/>
        </a:p>
      </dgm:t>
    </dgm:pt>
    <dgm:pt modelId="{FD568D57-C974-44E7-A4BF-C04F840D0F40}" type="sibTrans" cxnId="{9A2AC299-61F5-4601-A33B-EAD77D3E6E8C}">
      <dgm:prSet/>
      <dgm:spPr/>
      <dgm:t>
        <a:bodyPr/>
        <a:lstStyle/>
        <a:p>
          <a:endParaRPr lang="en-US"/>
        </a:p>
      </dgm:t>
    </dgm:pt>
    <dgm:pt modelId="{7AE93542-502A-4249-946D-C33A9832B7F7}">
      <dgm:prSet/>
      <dgm:spPr/>
      <dgm:t>
        <a:bodyPr/>
        <a:lstStyle/>
        <a:p>
          <a:r>
            <a:rPr lang="uk-UA" b="1" dirty="0"/>
            <a:t>Обробка запитів Telegram-ботів</a:t>
          </a:r>
          <a:endParaRPr lang="uk-UA" dirty="0"/>
        </a:p>
      </dgm:t>
    </dgm:pt>
    <dgm:pt modelId="{4DECAC96-45EE-486C-910E-EF0D004743FF}" type="parTrans" cxnId="{A5D221EC-E13F-4F2F-A876-F4757A4BD0BC}">
      <dgm:prSet/>
      <dgm:spPr/>
      <dgm:t>
        <a:bodyPr/>
        <a:lstStyle/>
        <a:p>
          <a:endParaRPr lang="en-US"/>
        </a:p>
      </dgm:t>
    </dgm:pt>
    <dgm:pt modelId="{BA9C88CF-8912-4B9F-9FF3-1522629F066A}" type="sibTrans" cxnId="{A5D221EC-E13F-4F2F-A876-F4757A4BD0BC}">
      <dgm:prSet/>
      <dgm:spPr/>
      <dgm:t>
        <a:bodyPr/>
        <a:lstStyle/>
        <a:p>
          <a:endParaRPr lang="en-US"/>
        </a:p>
      </dgm:t>
    </dgm:pt>
    <dgm:pt modelId="{583066B3-37C9-4970-8F7D-91BBF61F8BCB}" type="pres">
      <dgm:prSet presAssocID="{A425F863-E27C-45D5-9D94-8FD9AD7383E7}" presName="linear" presStyleCnt="0">
        <dgm:presLayoutVars>
          <dgm:animLvl val="lvl"/>
          <dgm:resizeHandles val="exact"/>
        </dgm:presLayoutVars>
      </dgm:prSet>
      <dgm:spPr/>
    </dgm:pt>
    <dgm:pt modelId="{F40FCBA2-9855-4433-BCEC-B2853886DA4A}" type="pres">
      <dgm:prSet presAssocID="{BD05BC00-A041-402B-AE6D-9DB3A8F5AD6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4717188-7F49-41FB-9A45-9DE51968EA58}" type="pres">
      <dgm:prSet presAssocID="{C5456B97-DF84-4950-B595-8785201EDCE8}" presName="spacer" presStyleCnt="0"/>
      <dgm:spPr/>
    </dgm:pt>
    <dgm:pt modelId="{C1CFD015-057D-452E-A1DD-9B1B15DDAD0B}" type="pres">
      <dgm:prSet presAssocID="{9A048DAE-187C-432C-BD6B-F2814F0E74A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DAC7426-0328-4C9A-BA7B-2200322149B0}" type="pres">
      <dgm:prSet presAssocID="{63866C08-F9E4-42DA-BBC1-BB47845A4D77}" presName="spacer" presStyleCnt="0"/>
      <dgm:spPr/>
    </dgm:pt>
    <dgm:pt modelId="{5B118602-CE60-499D-86A0-86B4A022B8DF}" type="pres">
      <dgm:prSet presAssocID="{5BF9CBF2-FDE4-4CF8-B30F-28311A32419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81A7692-181D-450C-BD9E-0221B28092D2}" type="pres">
      <dgm:prSet presAssocID="{509890A7-3C73-4FEB-8ED9-BDE98ED5ABA9}" presName="spacer" presStyleCnt="0"/>
      <dgm:spPr/>
    </dgm:pt>
    <dgm:pt modelId="{2A8436F4-B7FC-4B39-9F3A-D09B963E690F}" type="pres">
      <dgm:prSet presAssocID="{A8F90BEA-7C80-42BE-BE8F-BD8782262D7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568F844-0562-4173-A9EF-F246CD954DE9}" type="pres">
      <dgm:prSet presAssocID="{1FA61C12-29FD-4ECC-B106-CCF705798A10}" presName="spacer" presStyleCnt="0"/>
      <dgm:spPr/>
    </dgm:pt>
    <dgm:pt modelId="{C9F1DDA7-8C83-4388-B555-AFC1AD014467}" type="pres">
      <dgm:prSet presAssocID="{7D7BD8FD-D20B-4C1B-AE6A-6F3786616D1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46EC303-61FE-4642-BDF3-BD76D3AA8D70}" type="pres">
      <dgm:prSet presAssocID="{3F10978A-B075-4AEA-B0F2-F052E3A62524}" presName="spacer" presStyleCnt="0"/>
      <dgm:spPr/>
    </dgm:pt>
    <dgm:pt modelId="{03EE8036-26FF-42CE-B1D2-3E1E48894FF3}" type="pres">
      <dgm:prSet presAssocID="{F7C4C54B-DF13-4E33-AD9F-645C7E9D598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D6439C6-9A7C-4464-98B3-9A6C8E09C798}" type="pres">
      <dgm:prSet presAssocID="{FD568D57-C974-44E7-A4BF-C04F840D0F40}" presName="spacer" presStyleCnt="0"/>
      <dgm:spPr/>
    </dgm:pt>
    <dgm:pt modelId="{766A4F32-BC8A-4537-BD59-79296F179BFD}" type="pres">
      <dgm:prSet presAssocID="{7AE93542-502A-4249-946D-C33A9832B7F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AEC2502-9F1D-490A-9134-0E69971D3960}" type="presOf" srcId="{7AE93542-502A-4249-946D-C33A9832B7F7}" destId="{766A4F32-BC8A-4537-BD59-79296F179BFD}" srcOrd="0" destOrd="0" presId="urn:microsoft.com/office/officeart/2005/8/layout/vList2"/>
    <dgm:cxn modelId="{2BAFFA1E-BD82-469C-8FC8-9DB546C3EB24}" srcId="{A425F863-E27C-45D5-9D94-8FD9AD7383E7}" destId="{BD05BC00-A041-402B-AE6D-9DB3A8F5AD66}" srcOrd="0" destOrd="0" parTransId="{0B009323-1F81-46C5-9F74-201B653B0EEB}" sibTransId="{C5456B97-DF84-4950-B595-8785201EDCE8}"/>
    <dgm:cxn modelId="{AEEF4F29-E9F2-4750-883D-DE475F7F8BC5}" srcId="{A425F863-E27C-45D5-9D94-8FD9AD7383E7}" destId="{9A048DAE-187C-432C-BD6B-F2814F0E74A9}" srcOrd="1" destOrd="0" parTransId="{C665E4F4-96A9-4659-BD91-296C2BEC2F76}" sibTransId="{63866C08-F9E4-42DA-BBC1-BB47845A4D77}"/>
    <dgm:cxn modelId="{15CDBF5F-A688-4579-B460-64672BDCFE98}" type="presOf" srcId="{F7C4C54B-DF13-4E33-AD9F-645C7E9D598D}" destId="{03EE8036-26FF-42CE-B1D2-3E1E48894FF3}" srcOrd="0" destOrd="0" presId="urn:microsoft.com/office/officeart/2005/8/layout/vList2"/>
    <dgm:cxn modelId="{1B2CCA70-A57E-47AF-9395-DF7450DFA4FB}" type="presOf" srcId="{A8F90BEA-7C80-42BE-BE8F-BD8782262D70}" destId="{2A8436F4-B7FC-4B39-9F3A-D09B963E690F}" srcOrd="0" destOrd="0" presId="urn:microsoft.com/office/officeart/2005/8/layout/vList2"/>
    <dgm:cxn modelId="{45EA1979-B56F-4095-B12B-33C2AF0EEB3D}" type="presOf" srcId="{9A048DAE-187C-432C-BD6B-F2814F0E74A9}" destId="{C1CFD015-057D-452E-A1DD-9B1B15DDAD0B}" srcOrd="0" destOrd="0" presId="urn:microsoft.com/office/officeart/2005/8/layout/vList2"/>
    <dgm:cxn modelId="{EDE24784-C83D-4927-80B7-8FE23E1B89FB}" srcId="{A425F863-E27C-45D5-9D94-8FD9AD7383E7}" destId="{A8F90BEA-7C80-42BE-BE8F-BD8782262D70}" srcOrd="3" destOrd="0" parTransId="{CFC7485B-B247-4B0F-8A23-2CE932A4F24E}" sibTransId="{1FA61C12-29FD-4ECC-B106-CCF705798A10}"/>
    <dgm:cxn modelId="{49A9D38E-DB02-4F3D-BB9C-55D704D39273}" srcId="{A425F863-E27C-45D5-9D94-8FD9AD7383E7}" destId="{7D7BD8FD-D20B-4C1B-AE6A-6F3786616D16}" srcOrd="4" destOrd="0" parTransId="{D205E07D-F019-4ECC-86E7-9B7F76029636}" sibTransId="{3F10978A-B075-4AEA-B0F2-F052E3A62524}"/>
    <dgm:cxn modelId="{D3DA0393-8F58-4F9A-A4B1-A045DAE76F8C}" srcId="{A425F863-E27C-45D5-9D94-8FD9AD7383E7}" destId="{5BF9CBF2-FDE4-4CF8-B30F-28311A324194}" srcOrd="2" destOrd="0" parTransId="{481C0A4A-5C69-415D-A48B-D9356400AEBC}" sibTransId="{509890A7-3C73-4FEB-8ED9-BDE98ED5ABA9}"/>
    <dgm:cxn modelId="{9A2AC299-61F5-4601-A33B-EAD77D3E6E8C}" srcId="{A425F863-E27C-45D5-9D94-8FD9AD7383E7}" destId="{F7C4C54B-DF13-4E33-AD9F-645C7E9D598D}" srcOrd="5" destOrd="0" parTransId="{3531AD20-D4EE-4F20-A406-C2C1ED1F8AF2}" sibTransId="{FD568D57-C974-44E7-A4BF-C04F840D0F40}"/>
    <dgm:cxn modelId="{C9E74EA2-1B61-4562-A52A-EAC8AF454342}" type="presOf" srcId="{BD05BC00-A041-402B-AE6D-9DB3A8F5AD66}" destId="{F40FCBA2-9855-4433-BCEC-B2853886DA4A}" srcOrd="0" destOrd="0" presId="urn:microsoft.com/office/officeart/2005/8/layout/vList2"/>
    <dgm:cxn modelId="{E4C34BB6-DB64-43E9-A95E-0181B40127E4}" type="presOf" srcId="{7D7BD8FD-D20B-4C1B-AE6A-6F3786616D16}" destId="{C9F1DDA7-8C83-4388-B555-AFC1AD014467}" srcOrd="0" destOrd="0" presId="urn:microsoft.com/office/officeart/2005/8/layout/vList2"/>
    <dgm:cxn modelId="{056292DE-F7C1-4A37-9E2D-27BAB6A1F8D5}" type="presOf" srcId="{5BF9CBF2-FDE4-4CF8-B30F-28311A324194}" destId="{5B118602-CE60-499D-86A0-86B4A022B8DF}" srcOrd="0" destOrd="0" presId="urn:microsoft.com/office/officeart/2005/8/layout/vList2"/>
    <dgm:cxn modelId="{A5D221EC-E13F-4F2F-A876-F4757A4BD0BC}" srcId="{A425F863-E27C-45D5-9D94-8FD9AD7383E7}" destId="{7AE93542-502A-4249-946D-C33A9832B7F7}" srcOrd="6" destOrd="0" parTransId="{4DECAC96-45EE-486C-910E-EF0D004743FF}" sibTransId="{BA9C88CF-8912-4B9F-9FF3-1522629F066A}"/>
    <dgm:cxn modelId="{C10F57F7-31E6-43A1-93CC-B32802D0C0EE}" type="presOf" srcId="{A425F863-E27C-45D5-9D94-8FD9AD7383E7}" destId="{583066B3-37C9-4970-8F7D-91BBF61F8BCB}" srcOrd="0" destOrd="0" presId="urn:microsoft.com/office/officeart/2005/8/layout/vList2"/>
    <dgm:cxn modelId="{264B5EEE-5D5A-447E-927F-D4C62A2E809F}" type="presParOf" srcId="{583066B3-37C9-4970-8F7D-91BBF61F8BCB}" destId="{F40FCBA2-9855-4433-BCEC-B2853886DA4A}" srcOrd="0" destOrd="0" presId="urn:microsoft.com/office/officeart/2005/8/layout/vList2"/>
    <dgm:cxn modelId="{D1CCE2B4-156B-40E7-A34A-CC7A0C1BF2DD}" type="presParOf" srcId="{583066B3-37C9-4970-8F7D-91BBF61F8BCB}" destId="{94717188-7F49-41FB-9A45-9DE51968EA58}" srcOrd="1" destOrd="0" presId="urn:microsoft.com/office/officeart/2005/8/layout/vList2"/>
    <dgm:cxn modelId="{28C783E8-8D01-44A5-8D7A-530810F15E5A}" type="presParOf" srcId="{583066B3-37C9-4970-8F7D-91BBF61F8BCB}" destId="{C1CFD015-057D-452E-A1DD-9B1B15DDAD0B}" srcOrd="2" destOrd="0" presId="urn:microsoft.com/office/officeart/2005/8/layout/vList2"/>
    <dgm:cxn modelId="{48B9D6C1-19F3-4A9C-AFFF-16DF1098C14D}" type="presParOf" srcId="{583066B3-37C9-4970-8F7D-91BBF61F8BCB}" destId="{3DAC7426-0328-4C9A-BA7B-2200322149B0}" srcOrd="3" destOrd="0" presId="urn:microsoft.com/office/officeart/2005/8/layout/vList2"/>
    <dgm:cxn modelId="{65860DB7-6BC5-428B-9D80-64A2D35323EC}" type="presParOf" srcId="{583066B3-37C9-4970-8F7D-91BBF61F8BCB}" destId="{5B118602-CE60-499D-86A0-86B4A022B8DF}" srcOrd="4" destOrd="0" presId="urn:microsoft.com/office/officeart/2005/8/layout/vList2"/>
    <dgm:cxn modelId="{246719E0-41A3-46A7-AE0F-6C16D6F07536}" type="presParOf" srcId="{583066B3-37C9-4970-8F7D-91BBF61F8BCB}" destId="{D81A7692-181D-450C-BD9E-0221B28092D2}" srcOrd="5" destOrd="0" presId="urn:microsoft.com/office/officeart/2005/8/layout/vList2"/>
    <dgm:cxn modelId="{6BF2BE33-988B-452D-BB5F-1B1F335055CE}" type="presParOf" srcId="{583066B3-37C9-4970-8F7D-91BBF61F8BCB}" destId="{2A8436F4-B7FC-4B39-9F3A-D09B963E690F}" srcOrd="6" destOrd="0" presId="urn:microsoft.com/office/officeart/2005/8/layout/vList2"/>
    <dgm:cxn modelId="{1BE6F9F5-CAE0-425B-9941-EC2F39CA0A2A}" type="presParOf" srcId="{583066B3-37C9-4970-8F7D-91BBF61F8BCB}" destId="{3568F844-0562-4173-A9EF-F246CD954DE9}" srcOrd="7" destOrd="0" presId="urn:microsoft.com/office/officeart/2005/8/layout/vList2"/>
    <dgm:cxn modelId="{ADD46688-1DCE-4924-926E-289B48E9FF51}" type="presParOf" srcId="{583066B3-37C9-4970-8F7D-91BBF61F8BCB}" destId="{C9F1DDA7-8C83-4388-B555-AFC1AD014467}" srcOrd="8" destOrd="0" presId="urn:microsoft.com/office/officeart/2005/8/layout/vList2"/>
    <dgm:cxn modelId="{C5675398-A1B8-4EA0-BB47-E9D2384938A9}" type="presParOf" srcId="{583066B3-37C9-4970-8F7D-91BBF61F8BCB}" destId="{546EC303-61FE-4642-BDF3-BD76D3AA8D70}" srcOrd="9" destOrd="0" presId="urn:microsoft.com/office/officeart/2005/8/layout/vList2"/>
    <dgm:cxn modelId="{2CCBE1B0-C7D0-4EB1-A227-EE886AA9C441}" type="presParOf" srcId="{583066B3-37C9-4970-8F7D-91BBF61F8BCB}" destId="{03EE8036-26FF-42CE-B1D2-3E1E48894FF3}" srcOrd="10" destOrd="0" presId="urn:microsoft.com/office/officeart/2005/8/layout/vList2"/>
    <dgm:cxn modelId="{73005CBB-FFBE-496A-8082-AB7D65771339}" type="presParOf" srcId="{583066B3-37C9-4970-8F7D-91BBF61F8BCB}" destId="{AD6439C6-9A7C-4464-98B3-9A6C8E09C798}" srcOrd="11" destOrd="0" presId="urn:microsoft.com/office/officeart/2005/8/layout/vList2"/>
    <dgm:cxn modelId="{24877423-6CC9-41EB-83DD-CB432FEE13A4}" type="presParOf" srcId="{583066B3-37C9-4970-8F7D-91BBF61F8BCB}" destId="{766A4F32-BC8A-4537-BD59-79296F179BF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39E0F5-E953-4048-BBA2-C92731F3586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74D10F-3F7C-4821-BB5C-A41155C46647}">
      <dgm:prSet/>
      <dgm:spPr/>
      <dgm:t>
        <a:bodyPr/>
        <a:lstStyle/>
        <a:p>
          <a:r>
            <a:rPr lang="uk-UA" b="1" dirty="0" err="1"/>
            <a:t>Webhook</a:t>
          </a:r>
        </a:p>
      </dgm:t>
    </dgm:pt>
    <dgm:pt modelId="{3FA2AB10-C055-4F50-A3A7-D13FA6B273F1}" type="parTrans" cxnId="{3C84EAD1-A5AF-45DD-ADF5-0227F94FFF99}">
      <dgm:prSet/>
      <dgm:spPr/>
      <dgm:t>
        <a:bodyPr/>
        <a:lstStyle/>
        <a:p>
          <a:endParaRPr lang="en-US"/>
        </a:p>
      </dgm:t>
    </dgm:pt>
    <dgm:pt modelId="{2D6DFF03-9442-448F-A22D-101C504F58B5}" type="sibTrans" cxnId="{3C84EAD1-A5AF-45DD-ADF5-0227F94FFF99}">
      <dgm:prSet/>
      <dgm:spPr/>
      <dgm:t>
        <a:bodyPr/>
        <a:lstStyle/>
        <a:p>
          <a:endParaRPr lang="en-US"/>
        </a:p>
      </dgm:t>
    </dgm:pt>
    <dgm:pt modelId="{80277EB4-26FB-4808-B31D-4C1B1D4C1A8B}">
      <dgm:prSet/>
      <dgm:spPr/>
      <dgm:t>
        <a:bodyPr/>
        <a:lstStyle/>
        <a:p>
          <a:r>
            <a:rPr lang="uk-UA" b="1" err="1"/>
            <a:t>Polling</a:t>
          </a:r>
          <a:endParaRPr lang="uk-UA" b="1" dirty="0" err="1"/>
        </a:p>
      </dgm:t>
    </dgm:pt>
    <dgm:pt modelId="{EC8B3789-32F8-467A-8DF1-6F9901082822}" type="parTrans" cxnId="{FC3BA987-7838-4396-A8C0-CC9A66CE87F8}">
      <dgm:prSet/>
      <dgm:spPr/>
      <dgm:t>
        <a:bodyPr/>
        <a:lstStyle/>
        <a:p>
          <a:endParaRPr lang="en-US"/>
        </a:p>
      </dgm:t>
    </dgm:pt>
    <dgm:pt modelId="{2BE5192D-2C12-4C9F-81F3-A1824DDED3C3}" type="sibTrans" cxnId="{FC3BA987-7838-4396-A8C0-CC9A66CE87F8}">
      <dgm:prSet/>
      <dgm:spPr/>
      <dgm:t>
        <a:bodyPr/>
        <a:lstStyle/>
        <a:p>
          <a:endParaRPr lang="en-US"/>
        </a:p>
      </dgm:t>
    </dgm:pt>
    <dgm:pt modelId="{62F3D2B3-0BAC-47F4-B925-DE534C3B3467}">
      <dgm:prSet/>
      <dgm:spPr/>
      <dgm:t>
        <a:bodyPr/>
        <a:lstStyle/>
        <a:p>
          <a:r>
            <a:rPr lang="uk-UA" b="1" dirty="0"/>
            <a:t>Зберігання даних</a:t>
          </a:r>
          <a:endParaRPr lang="en-US" dirty="0"/>
        </a:p>
      </dgm:t>
    </dgm:pt>
    <dgm:pt modelId="{81FBDD86-A553-4A5B-AE6F-FD44839C6156}" type="parTrans" cxnId="{6E7EAD92-3EFA-4781-BF68-7AF8620B2155}">
      <dgm:prSet/>
      <dgm:spPr/>
      <dgm:t>
        <a:bodyPr/>
        <a:lstStyle/>
        <a:p>
          <a:endParaRPr lang="en-US"/>
        </a:p>
      </dgm:t>
    </dgm:pt>
    <dgm:pt modelId="{79E7453D-F60A-4AFA-A486-3BBEB1280067}" type="sibTrans" cxnId="{6E7EAD92-3EFA-4781-BF68-7AF8620B2155}">
      <dgm:prSet/>
      <dgm:spPr/>
      <dgm:t>
        <a:bodyPr/>
        <a:lstStyle/>
        <a:p>
          <a:endParaRPr lang="en-US"/>
        </a:p>
      </dgm:t>
    </dgm:pt>
    <dgm:pt modelId="{FE5385A0-5999-47E3-8090-CECDDD037E44}">
      <dgm:prSet/>
      <dgm:spPr/>
      <dgm:t>
        <a:bodyPr/>
        <a:lstStyle/>
        <a:p>
          <a:r>
            <a:rPr lang="uk-UA" b="1" dirty="0"/>
            <a:t>Хостинг коду</a:t>
          </a:r>
          <a:endParaRPr lang="en-US" dirty="0"/>
        </a:p>
      </dgm:t>
    </dgm:pt>
    <dgm:pt modelId="{9347533C-CCD7-4807-93D5-1B1939392AC5}" type="parTrans" cxnId="{C7B59CC6-4DCD-4BEB-990F-6B01EF7CA1E2}">
      <dgm:prSet/>
      <dgm:spPr/>
      <dgm:t>
        <a:bodyPr/>
        <a:lstStyle/>
        <a:p>
          <a:endParaRPr lang="en-US"/>
        </a:p>
      </dgm:t>
    </dgm:pt>
    <dgm:pt modelId="{C960B54B-08C5-42FE-BC61-78D7BDC87827}" type="sibTrans" cxnId="{C7B59CC6-4DCD-4BEB-990F-6B01EF7CA1E2}">
      <dgm:prSet/>
      <dgm:spPr/>
      <dgm:t>
        <a:bodyPr/>
        <a:lstStyle/>
        <a:p>
          <a:endParaRPr lang="en-US"/>
        </a:p>
      </dgm:t>
    </dgm:pt>
    <dgm:pt modelId="{20154C3E-3A5C-4C04-AD46-187BB1BB40CC}" type="pres">
      <dgm:prSet presAssocID="{5039E0F5-E953-4048-BBA2-C92731F3586E}" presName="vert0" presStyleCnt="0">
        <dgm:presLayoutVars>
          <dgm:dir/>
          <dgm:animOne val="branch"/>
          <dgm:animLvl val="lvl"/>
        </dgm:presLayoutVars>
      </dgm:prSet>
      <dgm:spPr/>
    </dgm:pt>
    <dgm:pt modelId="{B952052A-35AA-4C82-8EEB-56B97BBB09DD}" type="pres">
      <dgm:prSet presAssocID="{C274D10F-3F7C-4821-BB5C-A41155C46647}" presName="thickLine" presStyleLbl="alignNode1" presStyleIdx="0" presStyleCnt="4"/>
      <dgm:spPr/>
    </dgm:pt>
    <dgm:pt modelId="{D714A29F-541A-4F7B-B38F-A495383B4947}" type="pres">
      <dgm:prSet presAssocID="{C274D10F-3F7C-4821-BB5C-A41155C46647}" presName="horz1" presStyleCnt="0"/>
      <dgm:spPr/>
    </dgm:pt>
    <dgm:pt modelId="{633EF597-6AE7-417E-BF79-7C2556E2B4E7}" type="pres">
      <dgm:prSet presAssocID="{C274D10F-3F7C-4821-BB5C-A41155C46647}" presName="tx1" presStyleLbl="revTx" presStyleIdx="0" presStyleCnt="4"/>
      <dgm:spPr/>
    </dgm:pt>
    <dgm:pt modelId="{87DD2F96-DEE7-4305-AA05-FF46E90E90CD}" type="pres">
      <dgm:prSet presAssocID="{C274D10F-3F7C-4821-BB5C-A41155C46647}" presName="vert1" presStyleCnt="0"/>
      <dgm:spPr/>
    </dgm:pt>
    <dgm:pt modelId="{F57E9650-AB35-48CC-8EE9-7C72295FE202}" type="pres">
      <dgm:prSet presAssocID="{80277EB4-26FB-4808-B31D-4C1B1D4C1A8B}" presName="thickLine" presStyleLbl="alignNode1" presStyleIdx="1" presStyleCnt="4"/>
      <dgm:spPr/>
    </dgm:pt>
    <dgm:pt modelId="{8E1B22FE-ECB3-45B3-9DFF-6443D0804E43}" type="pres">
      <dgm:prSet presAssocID="{80277EB4-26FB-4808-B31D-4C1B1D4C1A8B}" presName="horz1" presStyleCnt="0"/>
      <dgm:spPr/>
    </dgm:pt>
    <dgm:pt modelId="{675E966E-B1CF-4C0F-B719-61220505BD8F}" type="pres">
      <dgm:prSet presAssocID="{80277EB4-26FB-4808-B31D-4C1B1D4C1A8B}" presName="tx1" presStyleLbl="revTx" presStyleIdx="1" presStyleCnt="4"/>
      <dgm:spPr/>
    </dgm:pt>
    <dgm:pt modelId="{0F965568-C459-45E3-9492-38DBE8885BA5}" type="pres">
      <dgm:prSet presAssocID="{80277EB4-26FB-4808-B31D-4C1B1D4C1A8B}" presName="vert1" presStyleCnt="0"/>
      <dgm:spPr/>
    </dgm:pt>
    <dgm:pt modelId="{5584E1C2-7FC2-4C72-81E9-4571BAB85B31}" type="pres">
      <dgm:prSet presAssocID="{62F3D2B3-0BAC-47F4-B925-DE534C3B3467}" presName="thickLine" presStyleLbl="alignNode1" presStyleIdx="2" presStyleCnt="4"/>
      <dgm:spPr/>
    </dgm:pt>
    <dgm:pt modelId="{44BE5FC6-8167-4C52-BC7B-276A69A0955E}" type="pres">
      <dgm:prSet presAssocID="{62F3D2B3-0BAC-47F4-B925-DE534C3B3467}" presName="horz1" presStyleCnt="0"/>
      <dgm:spPr/>
    </dgm:pt>
    <dgm:pt modelId="{22E1C1E7-2447-4641-8B47-9F0B8654464E}" type="pres">
      <dgm:prSet presAssocID="{62F3D2B3-0BAC-47F4-B925-DE534C3B3467}" presName="tx1" presStyleLbl="revTx" presStyleIdx="2" presStyleCnt="4"/>
      <dgm:spPr/>
    </dgm:pt>
    <dgm:pt modelId="{F4771870-4786-47D9-BF30-4593C934ECD8}" type="pres">
      <dgm:prSet presAssocID="{62F3D2B3-0BAC-47F4-B925-DE534C3B3467}" presName="vert1" presStyleCnt="0"/>
      <dgm:spPr/>
    </dgm:pt>
    <dgm:pt modelId="{BA8E32FC-6C66-4D58-AA3E-33CABE0BCA29}" type="pres">
      <dgm:prSet presAssocID="{FE5385A0-5999-47E3-8090-CECDDD037E44}" presName="thickLine" presStyleLbl="alignNode1" presStyleIdx="3" presStyleCnt="4"/>
      <dgm:spPr/>
    </dgm:pt>
    <dgm:pt modelId="{EB02677A-4F78-4E7F-9EA1-151C818149ED}" type="pres">
      <dgm:prSet presAssocID="{FE5385A0-5999-47E3-8090-CECDDD037E44}" presName="horz1" presStyleCnt="0"/>
      <dgm:spPr/>
    </dgm:pt>
    <dgm:pt modelId="{D2948F21-6E61-4706-861D-E0563C1184D4}" type="pres">
      <dgm:prSet presAssocID="{FE5385A0-5999-47E3-8090-CECDDD037E44}" presName="tx1" presStyleLbl="revTx" presStyleIdx="3" presStyleCnt="4"/>
      <dgm:spPr/>
    </dgm:pt>
    <dgm:pt modelId="{228620B7-8061-41B6-B520-80CDAC4DB376}" type="pres">
      <dgm:prSet presAssocID="{FE5385A0-5999-47E3-8090-CECDDD037E44}" presName="vert1" presStyleCnt="0"/>
      <dgm:spPr/>
    </dgm:pt>
  </dgm:ptLst>
  <dgm:cxnLst>
    <dgm:cxn modelId="{C0EE7C04-8A07-4C60-BC0F-342743FC94FB}" type="presOf" srcId="{62F3D2B3-0BAC-47F4-B925-DE534C3B3467}" destId="{22E1C1E7-2447-4641-8B47-9F0B8654464E}" srcOrd="0" destOrd="0" presId="urn:microsoft.com/office/officeart/2008/layout/LinedList"/>
    <dgm:cxn modelId="{69238A46-205D-47F0-A703-E167AEE65399}" type="presOf" srcId="{80277EB4-26FB-4808-B31D-4C1B1D4C1A8B}" destId="{675E966E-B1CF-4C0F-B719-61220505BD8F}" srcOrd="0" destOrd="0" presId="urn:microsoft.com/office/officeart/2008/layout/LinedList"/>
    <dgm:cxn modelId="{FC3BA987-7838-4396-A8C0-CC9A66CE87F8}" srcId="{5039E0F5-E953-4048-BBA2-C92731F3586E}" destId="{80277EB4-26FB-4808-B31D-4C1B1D4C1A8B}" srcOrd="1" destOrd="0" parTransId="{EC8B3789-32F8-467A-8DF1-6F9901082822}" sibTransId="{2BE5192D-2C12-4C9F-81F3-A1824DDED3C3}"/>
    <dgm:cxn modelId="{FFD33691-A75A-4027-B777-FEABBF1129DA}" type="presOf" srcId="{5039E0F5-E953-4048-BBA2-C92731F3586E}" destId="{20154C3E-3A5C-4C04-AD46-187BB1BB40CC}" srcOrd="0" destOrd="0" presId="urn:microsoft.com/office/officeart/2008/layout/LinedList"/>
    <dgm:cxn modelId="{6E7EAD92-3EFA-4781-BF68-7AF8620B2155}" srcId="{5039E0F5-E953-4048-BBA2-C92731F3586E}" destId="{62F3D2B3-0BAC-47F4-B925-DE534C3B3467}" srcOrd="2" destOrd="0" parTransId="{81FBDD86-A553-4A5B-AE6F-FD44839C6156}" sibTransId="{79E7453D-F60A-4AFA-A486-3BBEB1280067}"/>
    <dgm:cxn modelId="{C7B59CC6-4DCD-4BEB-990F-6B01EF7CA1E2}" srcId="{5039E0F5-E953-4048-BBA2-C92731F3586E}" destId="{FE5385A0-5999-47E3-8090-CECDDD037E44}" srcOrd="3" destOrd="0" parTransId="{9347533C-CCD7-4807-93D5-1B1939392AC5}" sibTransId="{C960B54B-08C5-42FE-BC61-78D7BDC87827}"/>
    <dgm:cxn modelId="{334379CB-4E4B-4B0D-AF9D-ADA02B65A812}" type="presOf" srcId="{C274D10F-3F7C-4821-BB5C-A41155C46647}" destId="{633EF597-6AE7-417E-BF79-7C2556E2B4E7}" srcOrd="0" destOrd="0" presId="urn:microsoft.com/office/officeart/2008/layout/LinedList"/>
    <dgm:cxn modelId="{3C84EAD1-A5AF-45DD-ADF5-0227F94FFF99}" srcId="{5039E0F5-E953-4048-BBA2-C92731F3586E}" destId="{C274D10F-3F7C-4821-BB5C-A41155C46647}" srcOrd="0" destOrd="0" parTransId="{3FA2AB10-C055-4F50-A3A7-D13FA6B273F1}" sibTransId="{2D6DFF03-9442-448F-A22D-101C504F58B5}"/>
    <dgm:cxn modelId="{AEF7DBDF-4439-4829-9149-05102A9B6FEF}" type="presOf" srcId="{FE5385A0-5999-47E3-8090-CECDDD037E44}" destId="{D2948F21-6E61-4706-861D-E0563C1184D4}" srcOrd="0" destOrd="0" presId="urn:microsoft.com/office/officeart/2008/layout/LinedList"/>
    <dgm:cxn modelId="{C5AD6297-18D3-48BB-B299-83E4954976EF}" type="presParOf" srcId="{20154C3E-3A5C-4C04-AD46-187BB1BB40CC}" destId="{B952052A-35AA-4C82-8EEB-56B97BBB09DD}" srcOrd="0" destOrd="0" presId="urn:microsoft.com/office/officeart/2008/layout/LinedList"/>
    <dgm:cxn modelId="{444933D8-1280-41FB-A317-EBA256C31AC2}" type="presParOf" srcId="{20154C3E-3A5C-4C04-AD46-187BB1BB40CC}" destId="{D714A29F-541A-4F7B-B38F-A495383B4947}" srcOrd="1" destOrd="0" presId="urn:microsoft.com/office/officeart/2008/layout/LinedList"/>
    <dgm:cxn modelId="{69314548-4D43-4630-827B-241288BBF443}" type="presParOf" srcId="{D714A29F-541A-4F7B-B38F-A495383B4947}" destId="{633EF597-6AE7-417E-BF79-7C2556E2B4E7}" srcOrd="0" destOrd="0" presId="urn:microsoft.com/office/officeart/2008/layout/LinedList"/>
    <dgm:cxn modelId="{A70E64B0-4A33-4C63-9404-56A55A938015}" type="presParOf" srcId="{D714A29F-541A-4F7B-B38F-A495383B4947}" destId="{87DD2F96-DEE7-4305-AA05-FF46E90E90CD}" srcOrd="1" destOrd="0" presId="urn:microsoft.com/office/officeart/2008/layout/LinedList"/>
    <dgm:cxn modelId="{3791F00C-4E4C-4BD0-BCFD-C4A611777C2F}" type="presParOf" srcId="{20154C3E-3A5C-4C04-AD46-187BB1BB40CC}" destId="{F57E9650-AB35-48CC-8EE9-7C72295FE202}" srcOrd="2" destOrd="0" presId="urn:microsoft.com/office/officeart/2008/layout/LinedList"/>
    <dgm:cxn modelId="{426823B8-DB02-4CB0-82FB-FB7775CF6E7A}" type="presParOf" srcId="{20154C3E-3A5C-4C04-AD46-187BB1BB40CC}" destId="{8E1B22FE-ECB3-45B3-9DFF-6443D0804E43}" srcOrd="3" destOrd="0" presId="urn:microsoft.com/office/officeart/2008/layout/LinedList"/>
    <dgm:cxn modelId="{CCC18DF0-1FCE-40BD-BF32-DD1957C76A5E}" type="presParOf" srcId="{8E1B22FE-ECB3-45B3-9DFF-6443D0804E43}" destId="{675E966E-B1CF-4C0F-B719-61220505BD8F}" srcOrd="0" destOrd="0" presId="urn:microsoft.com/office/officeart/2008/layout/LinedList"/>
    <dgm:cxn modelId="{B3469F9B-5DAD-42D6-BF0D-057E232142B3}" type="presParOf" srcId="{8E1B22FE-ECB3-45B3-9DFF-6443D0804E43}" destId="{0F965568-C459-45E3-9492-38DBE8885BA5}" srcOrd="1" destOrd="0" presId="urn:microsoft.com/office/officeart/2008/layout/LinedList"/>
    <dgm:cxn modelId="{D1A4D4BC-7794-4753-8193-144BE5FA3C57}" type="presParOf" srcId="{20154C3E-3A5C-4C04-AD46-187BB1BB40CC}" destId="{5584E1C2-7FC2-4C72-81E9-4571BAB85B31}" srcOrd="4" destOrd="0" presId="urn:microsoft.com/office/officeart/2008/layout/LinedList"/>
    <dgm:cxn modelId="{97A331D2-0DAC-4BFF-861D-D980188F78A0}" type="presParOf" srcId="{20154C3E-3A5C-4C04-AD46-187BB1BB40CC}" destId="{44BE5FC6-8167-4C52-BC7B-276A69A0955E}" srcOrd="5" destOrd="0" presId="urn:microsoft.com/office/officeart/2008/layout/LinedList"/>
    <dgm:cxn modelId="{CAF53A39-B57D-4B41-A04A-E5449E5D69EA}" type="presParOf" srcId="{44BE5FC6-8167-4C52-BC7B-276A69A0955E}" destId="{22E1C1E7-2447-4641-8B47-9F0B8654464E}" srcOrd="0" destOrd="0" presId="urn:microsoft.com/office/officeart/2008/layout/LinedList"/>
    <dgm:cxn modelId="{D0E42A11-7C48-4476-B42D-A4F2043E7A96}" type="presParOf" srcId="{44BE5FC6-8167-4C52-BC7B-276A69A0955E}" destId="{F4771870-4786-47D9-BF30-4593C934ECD8}" srcOrd="1" destOrd="0" presId="urn:microsoft.com/office/officeart/2008/layout/LinedList"/>
    <dgm:cxn modelId="{70EC1B52-68FD-4266-8644-D87BA13133E3}" type="presParOf" srcId="{20154C3E-3A5C-4C04-AD46-187BB1BB40CC}" destId="{BA8E32FC-6C66-4D58-AA3E-33CABE0BCA29}" srcOrd="6" destOrd="0" presId="urn:microsoft.com/office/officeart/2008/layout/LinedList"/>
    <dgm:cxn modelId="{14342BB9-2D63-488A-A63D-138E44B7E2C9}" type="presParOf" srcId="{20154C3E-3A5C-4C04-AD46-187BB1BB40CC}" destId="{EB02677A-4F78-4E7F-9EA1-151C818149ED}" srcOrd="7" destOrd="0" presId="urn:microsoft.com/office/officeart/2008/layout/LinedList"/>
    <dgm:cxn modelId="{26664987-98A3-4904-9472-5086637F640A}" type="presParOf" srcId="{EB02677A-4F78-4E7F-9EA1-151C818149ED}" destId="{D2948F21-6E61-4706-861D-E0563C1184D4}" srcOrd="0" destOrd="0" presId="urn:microsoft.com/office/officeart/2008/layout/LinedList"/>
    <dgm:cxn modelId="{056AB152-BBD8-477C-9431-345DEA444B20}" type="presParOf" srcId="{EB02677A-4F78-4E7F-9EA1-151C818149ED}" destId="{228620B7-8061-41B6-B520-80CDAC4DB3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0965D-718A-4A12-A517-CF1FB36D4D2E}">
      <dsp:nvSpPr>
        <dsp:cNvPr id="0" name=""/>
        <dsp:cNvSpPr/>
      </dsp:nvSpPr>
      <dsp:spPr>
        <a:xfrm>
          <a:off x="0" y="0"/>
          <a:ext cx="355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FFC5-0ADA-4AEE-8233-885232A226D3}">
      <dsp:nvSpPr>
        <dsp:cNvPr id="0" name=""/>
        <dsp:cNvSpPr/>
      </dsp:nvSpPr>
      <dsp:spPr>
        <a:xfrm>
          <a:off x="0" y="0"/>
          <a:ext cx="3555999" cy="1284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1" kern="1200" dirty="0"/>
            <a:t>Доступність 24/7</a:t>
          </a:r>
          <a:endParaRPr lang="en-US" sz="3500" kern="1200" dirty="0"/>
        </a:p>
      </dsp:txBody>
      <dsp:txXfrm>
        <a:off x="0" y="0"/>
        <a:ext cx="3555999" cy="1284953"/>
      </dsp:txXfrm>
    </dsp:sp>
    <dsp:sp modelId="{2190A91C-EB03-4CEC-AA26-66C196204DDB}">
      <dsp:nvSpPr>
        <dsp:cNvPr id="0" name=""/>
        <dsp:cNvSpPr/>
      </dsp:nvSpPr>
      <dsp:spPr>
        <a:xfrm>
          <a:off x="0" y="1284953"/>
          <a:ext cx="355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ECD65-562B-4464-8652-C42232F9D4BE}">
      <dsp:nvSpPr>
        <dsp:cNvPr id="0" name=""/>
        <dsp:cNvSpPr/>
      </dsp:nvSpPr>
      <dsp:spPr>
        <a:xfrm>
          <a:off x="0" y="1284953"/>
          <a:ext cx="3555999" cy="1284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1" kern="1200" dirty="0"/>
            <a:t>Швидкість відповіді</a:t>
          </a:r>
          <a:endParaRPr lang="en-US" sz="3500" kern="1200" dirty="0"/>
        </a:p>
      </dsp:txBody>
      <dsp:txXfrm>
        <a:off x="0" y="1284953"/>
        <a:ext cx="3555999" cy="1284953"/>
      </dsp:txXfrm>
    </dsp:sp>
    <dsp:sp modelId="{84537315-261F-4A10-8E72-4F444351B47C}">
      <dsp:nvSpPr>
        <dsp:cNvPr id="0" name=""/>
        <dsp:cNvSpPr/>
      </dsp:nvSpPr>
      <dsp:spPr>
        <a:xfrm>
          <a:off x="0" y="2569907"/>
          <a:ext cx="355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8F2D2-240E-4348-943D-B4525E374C85}">
      <dsp:nvSpPr>
        <dsp:cNvPr id="0" name=""/>
        <dsp:cNvSpPr/>
      </dsp:nvSpPr>
      <dsp:spPr>
        <a:xfrm>
          <a:off x="0" y="2569907"/>
          <a:ext cx="3555999" cy="1284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1" kern="1200" dirty="0"/>
            <a:t>Зручність</a:t>
          </a:r>
          <a:endParaRPr lang="en-US" sz="3500" kern="1200" dirty="0"/>
        </a:p>
      </dsp:txBody>
      <dsp:txXfrm>
        <a:off x="0" y="2569907"/>
        <a:ext cx="3555999" cy="1284953"/>
      </dsp:txXfrm>
    </dsp:sp>
    <dsp:sp modelId="{63021273-C8FD-491B-A08E-65863D833535}">
      <dsp:nvSpPr>
        <dsp:cNvPr id="0" name=""/>
        <dsp:cNvSpPr/>
      </dsp:nvSpPr>
      <dsp:spPr>
        <a:xfrm>
          <a:off x="0" y="3854861"/>
          <a:ext cx="355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B3D24-F791-49F7-A608-ED1D96121083}">
      <dsp:nvSpPr>
        <dsp:cNvPr id="0" name=""/>
        <dsp:cNvSpPr/>
      </dsp:nvSpPr>
      <dsp:spPr>
        <a:xfrm>
          <a:off x="0" y="3854861"/>
          <a:ext cx="3555999" cy="1284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1" kern="1200" dirty="0"/>
            <a:t>Безпека</a:t>
          </a:r>
          <a:endParaRPr lang="en-US" sz="3500" kern="1200" dirty="0"/>
        </a:p>
      </dsp:txBody>
      <dsp:txXfrm>
        <a:off x="0" y="3854861"/>
        <a:ext cx="3555999" cy="12849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FCBA2-9855-4433-BCEC-B2853886DA4A}">
      <dsp:nvSpPr>
        <dsp:cNvPr id="0" name=""/>
        <dsp:cNvSpPr/>
      </dsp:nvSpPr>
      <dsp:spPr>
        <a:xfrm>
          <a:off x="0" y="19355"/>
          <a:ext cx="519043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1" kern="1200" dirty="0"/>
            <a:t>Зберігання даних</a:t>
          </a:r>
          <a:endParaRPr lang="uk-UA" sz="2100" kern="1200" dirty="0"/>
        </a:p>
      </dsp:txBody>
      <dsp:txXfrm>
        <a:off x="25188" y="44543"/>
        <a:ext cx="5140060" cy="465594"/>
      </dsp:txXfrm>
    </dsp:sp>
    <dsp:sp modelId="{C1CFD015-057D-452E-A1DD-9B1B15DDAD0B}">
      <dsp:nvSpPr>
        <dsp:cNvPr id="0" name=""/>
        <dsp:cNvSpPr/>
      </dsp:nvSpPr>
      <dsp:spPr>
        <a:xfrm>
          <a:off x="0" y="595805"/>
          <a:ext cx="519043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1" kern="1200" dirty="0"/>
            <a:t>Вебсервери</a:t>
          </a:r>
        </a:p>
      </dsp:txBody>
      <dsp:txXfrm>
        <a:off x="25188" y="620993"/>
        <a:ext cx="5140060" cy="465594"/>
      </dsp:txXfrm>
    </dsp:sp>
    <dsp:sp modelId="{5B118602-CE60-499D-86A0-86B4A022B8DF}">
      <dsp:nvSpPr>
        <dsp:cNvPr id="0" name=""/>
        <dsp:cNvSpPr/>
      </dsp:nvSpPr>
      <dsp:spPr>
        <a:xfrm>
          <a:off x="0" y="1172255"/>
          <a:ext cx="519043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1" kern="1200" dirty="0"/>
            <a:t>Пошта</a:t>
          </a:r>
          <a:endParaRPr lang="uk-UA" sz="2100" kern="1200" dirty="0"/>
        </a:p>
      </dsp:txBody>
      <dsp:txXfrm>
        <a:off x="25188" y="1197443"/>
        <a:ext cx="5140060" cy="465594"/>
      </dsp:txXfrm>
    </dsp:sp>
    <dsp:sp modelId="{2A8436F4-B7FC-4B39-9F3A-D09B963E690F}">
      <dsp:nvSpPr>
        <dsp:cNvPr id="0" name=""/>
        <dsp:cNvSpPr/>
      </dsp:nvSpPr>
      <dsp:spPr>
        <a:xfrm>
          <a:off x="0" y="1748705"/>
          <a:ext cx="519043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1" kern="1200" dirty="0"/>
            <a:t>Хостинг додатків</a:t>
          </a:r>
          <a:endParaRPr lang="uk-UA" sz="2100" kern="1200" dirty="0"/>
        </a:p>
      </dsp:txBody>
      <dsp:txXfrm>
        <a:off x="25188" y="1773893"/>
        <a:ext cx="5140060" cy="465594"/>
      </dsp:txXfrm>
    </dsp:sp>
    <dsp:sp modelId="{C9F1DDA7-8C83-4388-B555-AFC1AD014467}">
      <dsp:nvSpPr>
        <dsp:cNvPr id="0" name=""/>
        <dsp:cNvSpPr/>
      </dsp:nvSpPr>
      <dsp:spPr>
        <a:xfrm>
          <a:off x="0" y="2325155"/>
          <a:ext cx="519043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1" kern="1200" dirty="0"/>
            <a:t>Ігрові сервери</a:t>
          </a:r>
          <a:endParaRPr lang="uk-UA" sz="2100" kern="1200" dirty="0"/>
        </a:p>
      </dsp:txBody>
      <dsp:txXfrm>
        <a:off x="25188" y="2350343"/>
        <a:ext cx="5140060" cy="465594"/>
      </dsp:txXfrm>
    </dsp:sp>
    <dsp:sp modelId="{03EE8036-26FF-42CE-B1D2-3E1E48894FF3}">
      <dsp:nvSpPr>
        <dsp:cNvPr id="0" name=""/>
        <dsp:cNvSpPr/>
      </dsp:nvSpPr>
      <dsp:spPr>
        <a:xfrm>
          <a:off x="0" y="2901605"/>
          <a:ext cx="519043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1" kern="1200" dirty="0"/>
            <a:t>VPN</a:t>
          </a:r>
          <a:endParaRPr lang="uk-UA" sz="2100" kern="1200" dirty="0"/>
        </a:p>
      </dsp:txBody>
      <dsp:txXfrm>
        <a:off x="25188" y="2926793"/>
        <a:ext cx="5140060" cy="465594"/>
      </dsp:txXfrm>
    </dsp:sp>
    <dsp:sp modelId="{766A4F32-BC8A-4537-BD59-79296F179BFD}">
      <dsp:nvSpPr>
        <dsp:cNvPr id="0" name=""/>
        <dsp:cNvSpPr/>
      </dsp:nvSpPr>
      <dsp:spPr>
        <a:xfrm>
          <a:off x="0" y="3478055"/>
          <a:ext cx="519043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1" kern="1200" dirty="0"/>
            <a:t>Обробка запитів Telegram-ботів</a:t>
          </a:r>
          <a:endParaRPr lang="uk-UA" sz="2100" kern="1200" dirty="0"/>
        </a:p>
      </dsp:txBody>
      <dsp:txXfrm>
        <a:off x="25188" y="3503243"/>
        <a:ext cx="5140060" cy="465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2052A-35AA-4C82-8EEB-56B97BBB09DD}">
      <dsp:nvSpPr>
        <dsp:cNvPr id="0" name=""/>
        <dsp:cNvSpPr/>
      </dsp:nvSpPr>
      <dsp:spPr>
        <a:xfrm>
          <a:off x="0" y="0"/>
          <a:ext cx="34791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EF597-6AE7-417E-BF79-7C2556E2B4E7}">
      <dsp:nvSpPr>
        <dsp:cNvPr id="0" name=""/>
        <dsp:cNvSpPr/>
      </dsp:nvSpPr>
      <dsp:spPr>
        <a:xfrm>
          <a:off x="0" y="0"/>
          <a:ext cx="3479121" cy="1051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1" kern="1200" dirty="0" err="1"/>
            <a:t>Webhook</a:t>
          </a:r>
        </a:p>
      </dsp:txBody>
      <dsp:txXfrm>
        <a:off x="0" y="0"/>
        <a:ext cx="3479121" cy="1051447"/>
      </dsp:txXfrm>
    </dsp:sp>
    <dsp:sp modelId="{F57E9650-AB35-48CC-8EE9-7C72295FE202}">
      <dsp:nvSpPr>
        <dsp:cNvPr id="0" name=""/>
        <dsp:cNvSpPr/>
      </dsp:nvSpPr>
      <dsp:spPr>
        <a:xfrm>
          <a:off x="0" y="1051447"/>
          <a:ext cx="34791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E966E-B1CF-4C0F-B719-61220505BD8F}">
      <dsp:nvSpPr>
        <dsp:cNvPr id="0" name=""/>
        <dsp:cNvSpPr/>
      </dsp:nvSpPr>
      <dsp:spPr>
        <a:xfrm>
          <a:off x="0" y="1051447"/>
          <a:ext cx="3479121" cy="1051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1" kern="1200" err="1"/>
            <a:t>Polling</a:t>
          </a:r>
          <a:endParaRPr lang="uk-UA" sz="3800" b="1" kern="1200" dirty="0" err="1"/>
        </a:p>
      </dsp:txBody>
      <dsp:txXfrm>
        <a:off x="0" y="1051447"/>
        <a:ext cx="3479121" cy="1051447"/>
      </dsp:txXfrm>
    </dsp:sp>
    <dsp:sp modelId="{5584E1C2-7FC2-4C72-81E9-4571BAB85B31}">
      <dsp:nvSpPr>
        <dsp:cNvPr id="0" name=""/>
        <dsp:cNvSpPr/>
      </dsp:nvSpPr>
      <dsp:spPr>
        <a:xfrm>
          <a:off x="0" y="2102895"/>
          <a:ext cx="34791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1C1E7-2447-4641-8B47-9F0B8654464E}">
      <dsp:nvSpPr>
        <dsp:cNvPr id="0" name=""/>
        <dsp:cNvSpPr/>
      </dsp:nvSpPr>
      <dsp:spPr>
        <a:xfrm>
          <a:off x="0" y="2102895"/>
          <a:ext cx="3479121" cy="1051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1" kern="1200" dirty="0"/>
            <a:t>Зберігання даних</a:t>
          </a:r>
          <a:endParaRPr lang="en-US" sz="3800" kern="1200" dirty="0"/>
        </a:p>
      </dsp:txBody>
      <dsp:txXfrm>
        <a:off x="0" y="2102895"/>
        <a:ext cx="3479121" cy="1051447"/>
      </dsp:txXfrm>
    </dsp:sp>
    <dsp:sp modelId="{BA8E32FC-6C66-4D58-AA3E-33CABE0BCA29}">
      <dsp:nvSpPr>
        <dsp:cNvPr id="0" name=""/>
        <dsp:cNvSpPr/>
      </dsp:nvSpPr>
      <dsp:spPr>
        <a:xfrm>
          <a:off x="0" y="3154343"/>
          <a:ext cx="34791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48F21-6E61-4706-861D-E0563C1184D4}">
      <dsp:nvSpPr>
        <dsp:cNvPr id="0" name=""/>
        <dsp:cNvSpPr/>
      </dsp:nvSpPr>
      <dsp:spPr>
        <a:xfrm>
          <a:off x="0" y="3154343"/>
          <a:ext cx="3479121" cy="1051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1" kern="1200" dirty="0"/>
            <a:t>Хостинг коду</a:t>
          </a:r>
          <a:endParaRPr lang="en-US" sz="3800" kern="1200" dirty="0"/>
        </a:p>
      </dsp:txBody>
      <dsp:txXfrm>
        <a:off x="0" y="3154343"/>
        <a:ext cx="3479121" cy="10514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3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3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2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3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0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6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8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0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72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3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4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81031AA-AC49-ECE9-9A84-F75B212D9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7383" y="416379"/>
            <a:ext cx="7373873" cy="41919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i="1" kern="1200" cap="all" baseline="0" dirty="0" err="1">
                <a:latin typeface="+mj-lt"/>
                <a:ea typeface="+mj-ea"/>
                <a:cs typeface="+mj-cs"/>
              </a:rPr>
              <a:t>BotServer</a:t>
            </a:r>
            <a:endParaRPr lang="en-US" i="1" kern="1200" cap="all" baseline="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5083790" y="1050878"/>
            <a:ext cx="6157951" cy="94338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r">
              <a:lnSpc>
                <a:spcPct val="110000"/>
              </a:lnSpc>
            </a:pPr>
            <a:r>
              <a:rPr lang="en-US" sz="1400" i="0" dirty="0" err="1"/>
              <a:t>Управління</a:t>
            </a:r>
            <a:r>
              <a:rPr lang="en-US" sz="1400" i="0" dirty="0"/>
              <a:t> </a:t>
            </a:r>
            <a:r>
              <a:rPr lang="en-US" sz="1400" i="0" dirty="0" err="1"/>
              <a:t>освіти</a:t>
            </a:r>
            <a:r>
              <a:rPr lang="en-US" sz="1400" i="0" dirty="0"/>
              <a:t> </a:t>
            </a:r>
            <a:r>
              <a:rPr lang="en-US" sz="1400" i="0" dirty="0" err="1"/>
              <a:t>Ужгородської</a:t>
            </a:r>
            <a:r>
              <a:rPr lang="en-US" sz="1400" i="0" dirty="0"/>
              <a:t> </a:t>
            </a:r>
            <a:r>
              <a:rPr lang="en-US" sz="1400" i="0" dirty="0" err="1"/>
              <a:t>міської</a:t>
            </a:r>
            <a:r>
              <a:rPr lang="en-US" sz="1400" i="0" dirty="0"/>
              <a:t> </a:t>
            </a:r>
            <a:r>
              <a:rPr lang="en-US" sz="1400" i="0" dirty="0" err="1"/>
              <a:t>ради</a:t>
            </a:r>
          </a:p>
          <a:p>
            <a:pPr algn="r">
              <a:lnSpc>
                <a:spcPct val="110000"/>
              </a:lnSpc>
            </a:pPr>
            <a:r>
              <a:rPr lang="en-US" sz="1400" i="0" dirty="0" err="1"/>
              <a:t>Ужгородська</a:t>
            </a:r>
            <a:r>
              <a:rPr lang="en-US" sz="1400" i="0" dirty="0"/>
              <a:t> </a:t>
            </a:r>
            <a:r>
              <a:rPr lang="en-US" sz="1400" i="0" dirty="0" err="1"/>
              <a:t>філія</a:t>
            </a:r>
            <a:r>
              <a:rPr lang="en-US" sz="1400" i="0" dirty="0"/>
              <a:t> </a:t>
            </a:r>
            <a:r>
              <a:rPr lang="en-US" sz="1400" i="0" dirty="0" err="1"/>
              <a:t>Закарпатського</a:t>
            </a:r>
            <a:r>
              <a:rPr lang="en-US" sz="1400" i="0" dirty="0"/>
              <a:t> </a:t>
            </a:r>
            <a:r>
              <a:rPr lang="en-US" sz="1400" i="0" dirty="0" err="1"/>
              <a:t>територіального</a:t>
            </a:r>
            <a:r>
              <a:rPr lang="en-US" sz="1400" i="0" dirty="0"/>
              <a:t> </a:t>
            </a:r>
            <a:r>
              <a:rPr lang="en-US" sz="1400" i="0" dirty="0" err="1"/>
              <a:t>відділення</a:t>
            </a:r>
            <a:r>
              <a:rPr lang="en-US" sz="1400" i="0" dirty="0"/>
              <a:t> МАН</a:t>
            </a:r>
          </a:p>
          <a:p>
            <a:pPr algn="r">
              <a:lnSpc>
                <a:spcPct val="110000"/>
              </a:lnSpc>
            </a:pPr>
            <a:endParaRPr lang="en-US" sz="1400"/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45AED898-F1B2-F87C-5D64-08B739EB6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7" r="14365" b="-2"/>
          <a:stretch/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40" name="Straight Connector 18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20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37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4AD1A2FA-6BC8-4E4C-A4CE-59F64EEC8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271" y="4759690"/>
            <a:ext cx="4984098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sp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uk-UA" altLang="ru-RU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Роботу виконав</a:t>
            </a:r>
            <a:r>
              <a:rPr lang="ru-RU" altLang="ru-RU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:</a:t>
            </a:r>
          </a:p>
          <a:p>
            <a:pPr eaLnBrk="0" hangingPunct="0">
              <a:spcAft>
                <a:spcPts val="600"/>
              </a:spcAft>
            </a:pPr>
            <a:r>
              <a:rPr lang="uk-UA" altLang="ru-RU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Медведєв </a:t>
            </a:r>
            <a:r>
              <a:rPr lang="uk-UA" altLang="ru-RU" b="1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Глєб</a:t>
            </a:r>
            <a:r>
              <a:rPr lang="uk-UA" altLang="ru-RU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Олегович</a:t>
            </a:r>
          </a:p>
          <a:p>
            <a:pPr eaLnBrk="0" hangingPunct="0">
              <a:spcAft>
                <a:spcPts val="600"/>
              </a:spcAft>
            </a:pPr>
            <a:r>
              <a:rPr lang="ru-RU" altLang="ru-RU" i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учен</a:t>
            </a:r>
            <a:r>
              <a:rPr lang="uk-UA" altLang="ru-RU" i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ь 10</a:t>
            </a:r>
            <a:r>
              <a:rPr lang="ru-RU" altLang="ru-RU" i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ru-RU" altLang="ru-RU" i="1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клас</a:t>
            </a:r>
            <a:r>
              <a:rPr lang="uk-UA" altLang="ru-RU" i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у Ужгородського ліцею </a:t>
            </a:r>
            <a:r>
              <a:rPr lang="uk-UA" altLang="ru-RU" i="1" dirty="0">
                <a:solidFill>
                  <a:srgbClr val="000000"/>
                </a:solidFill>
                <a:latin typeface="Times New Roman"/>
                <a:cs typeface="Calibri"/>
              </a:rPr>
              <a:t>№ 3</a:t>
            </a:r>
            <a:endParaRPr lang="ru-RU" altLang="ru-RU" i="1" dirty="0">
              <a:solidFill>
                <a:srgbClr val="000000"/>
              </a:solidFill>
              <a:latin typeface="Times New Roman"/>
              <a:cs typeface="Calibri"/>
            </a:endParaRPr>
          </a:p>
          <a:p>
            <a:pPr eaLnBrk="0" hangingPunct="0">
              <a:spcAft>
                <a:spcPts val="600"/>
              </a:spcAft>
            </a:pPr>
            <a:r>
              <a:rPr lang="uk-UA" altLang="ru-RU" dirty="0">
                <a:solidFill>
                  <a:srgbClr val="000000"/>
                </a:solidFill>
                <a:latin typeface="Times New Roman"/>
                <a:cs typeface="Calibri"/>
              </a:rPr>
              <a:t>Науковий керівник:</a:t>
            </a:r>
            <a:endParaRPr lang="ru-RU" altLang="ru-RU" dirty="0">
              <a:solidFill>
                <a:srgbClr val="000000"/>
              </a:solidFill>
              <a:latin typeface="Times New Roman"/>
              <a:cs typeface="Calibri"/>
            </a:endParaRPr>
          </a:p>
          <a:p>
            <a:pPr eaLnBrk="0" hangingPunct="0">
              <a:spcAft>
                <a:spcPts val="600"/>
              </a:spcAft>
            </a:pPr>
            <a:r>
              <a:rPr lang="uk-UA" altLang="ru-RU" b="1" dirty="0">
                <a:solidFill>
                  <a:srgbClr val="000000"/>
                </a:solidFill>
                <a:latin typeface="Times New Roman"/>
                <a:cs typeface="Calibri"/>
              </a:rPr>
              <a:t>Ко</a:t>
            </a:r>
            <a:r>
              <a:rPr lang="uk-UA" altLang="ru-RU" b="1" i="1" dirty="0">
                <a:solidFill>
                  <a:srgbClr val="000000"/>
                </a:solidFill>
                <a:latin typeface="Times New Roman"/>
                <a:cs typeface="Calibri"/>
              </a:rPr>
              <a:t>чемба Аліса Анатоліївна</a:t>
            </a:r>
            <a:r>
              <a:rPr lang="uk-UA" altLang="ru-RU" i="1" dirty="0">
                <a:solidFill>
                  <a:srgbClr val="000000"/>
                </a:solidFill>
                <a:latin typeface="Times New Roman"/>
                <a:cs typeface="Calibri"/>
              </a:rPr>
              <a:t>,</a:t>
            </a:r>
            <a:endParaRPr lang="ru-RU" altLang="ru-RU" i="1" dirty="0">
              <a:solidFill>
                <a:srgbClr val="000000"/>
              </a:solidFill>
              <a:latin typeface="Times New Roman"/>
              <a:cs typeface="Calibri"/>
            </a:endParaRPr>
          </a:p>
          <a:p>
            <a:pPr eaLnBrk="0" hangingPunct="0">
              <a:spcAft>
                <a:spcPts val="600"/>
              </a:spcAft>
            </a:pPr>
            <a:r>
              <a:rPr lang="uk-UA" altLang="ru-RU" i="1" dirty="0">
                <a:solidFill>
                  <a:srgbClr val="000000"/>
                </a:solidFill>
                <a:latin typeface="Times New Roman"/>
                <a:cs typeface="Calibri"/>
              </a:rPr>
              <a:t>вчитель інформатики Ужгородського ліцею № 3 </a:t>
            </a:r>
            <a:endParaRPr lang="ru-RU" altLang="ru-RU" i="1" dirty="0">
              <a:solidFill>
                <a:srgbClr val="000000"/>
              </a:solidFill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002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650"/>
            <a:ext cx="5676966" cy="6869953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C0756-6936-AF2E-94F5-C5B1B6AE1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" y="800849"/>
            <a:ext cx="4065767" cy="3510553"/>
          </a:xfrm>
        </p:spPr>
        <p:txBody>
          <a:bodyPr anchor="t">
            <a:normAutofit/>
          </a:bodyPr>
          <a:lstStyle/>
          <a:p>
            <a:r>
              <a:rPr lang="uk-UA" b="1" i="0">
                <a:latin typeface="Calibri Light"/>
                <a:ea typeface="Calibri Light"/>
                <a:cs typeface="Calibri Light"/>
              </a:rPr>
              <a:t>Етапи дослідження:</a:t>
            </a:r>
            <a:endParaRPr lang="uk-UA" i="0">
              <a:latin typeface="Calibri Light"/>
              <a:ea typeface="Calibri Light"/>
              <a:cs typeface="Calibri Light"/>
            </a:endParaRPr>
          </a:p>
          <a:p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021C073-188F-A8D3-CA0B-6D76D6031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7840" y="798443"/>
            <a:ext cx="5458046" cy="5791200"/>
          </a:xfrm>
        </p:spPr>
        <p:txBody>
          <a:bodyPr anchor="ctr">
            <a:normAutofit/>
          </a:bodyPr>
          <a:lstStyle/>
          <a:p>
            <a:pPr marL="457200" indent="-457200">
              <a:buAutoNum type="romanUcPeriod"/>
            </a:pPr>
            <a:r>
              <a:rPr lang="uk-UA" u="sng" dirty="0">
                <a:solidFill>
                  <a:schemeClr val="tx1"/>
                </a:solidFill>
              </a:rPr>
              <a:t>Ознайомлення з </a:t>
            </a:r>
            <a:r>
              <a:rPr lang="uk-UA" u="sng" dirty="0" err="1">
                <a:solidFill>
                  <a:schemeClr val="tx1"/>
                </a:solidFill>
              </a:rPr>
              <a:t>Telegram</a:t>
            </a:r>
            <a:r>
              <a:rPr lang="uk-UA" u="sng" dirty="0">
                <a:solidFill>
                  <a:schemeClr val="tx1"/>
                </a:solidFill>
              </a:rPr>
              <a:t> ботами:</a:t>
            </a:r>
          </a:p>
          <a:p>
            <a:pPr marL="914400" lvl="1" indent="-457200">
              <a:buFont typeface="Courier New,monospace" panose="020B0604020202020204" pitchFamily="34" charset="0"/>
              <a:buChar char="o"/>
            </a:pPr>
            <a:r>
              <a:rPr lang="uk-UA" u="sng" dirty="0">
                <a:solidFill>
                  <a:schemeClr val="tx1"/>
                </a:solidFill>
              </a:rPr>
              <a:t>Основні функції ботів</a:t>
            </a:r>
          </a:p>
          <a:p>
            <a:pPr marL="914400" lvl="1" indent="-457200">
              <a:buFont typeface="Courier New,monospace" panose="020B0604020202020204" pitchFamily="34" charset="0"/>
              <a:buChar char="o"/>
            </a:pPr>
            <a:r>
              <a:rPr lang="uk-UA" u="sng" dirty="0">
                <a:solidFill>
                  <a:schemeClr val="tx1"/>
                </a:solidFill>
              </a:rPr>
              <a:t>Переваги ботів</a:t>
            </a:r>
          </a:p>
          <a:p>
            <a:pPr marL="457200" indent="-457200">
              <a:buAutoNum type="romanUcPeriod"/>
            </a:pPr>
            <a:r>
              <a:rPr lang="uk-UA" u="sng" dirty="0">
                <a:solidFill>
                  <a:schemeClr val="tx1"/>
                </a:solidFill>
              </a:rPr>
              <a:t>Бази Даних</a:t>
            </a:r>
          </a:p>
          <a:p>
            <a:pPr marL="457200" indent="-457200">
              <a:buAutoNum type="romanUcPeriod"/>
            </a:pPr>
            <a:r>
              <a:rPr lang="uk-UA" u="sng" dirty="0">
                <a:solidFill>
                  <a:schemeClr val="tx1"/>
                </a:solidFill>
              </a:rPr>
              <a:t>Хмарні сервери(сервіси)</a:t>
            </a:r>
            <a:endParaRPr lang="en-US" u="sng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romanUcPeriod"/>
            </a:pPr>
            <a:r>
              <a:rPr lang="uk-UA" dirty="0">
                <a:solidFill>
                  <a:srgbClr val="FF0000"/>
                </a:solidFill>
              </a:rPr>
              <a:t>Сервер на базі </a:t>
            </a:r>
            <a:r>
              <a:rPr lang="uk-UA" dirty="0" err="1">
                <a:solidFill>
                  <a:srgbClr val="FF0000"/>
                </a:solidFill>
              </a:rPr>
              <a:t>Telegram</a:t>
            </a:r>
            <a:r>
              <a:rPr lang="uk-UA" dirty="0">
                <a:solidFill>
                  <a:srgbClr val="FF0000"/>
                </a:solidFill>
              </a:rPr>
              <a:t>-бота</a:t>
            </a:r>
          </a:p>
          <a:p>
            <a:pPr marL="457200" indent="-457200">
              <a:buFont typeface="Arial" panose="020B0604020202020204" pitchFamily="34" charset="0"/>
              <a:buAutoNum type="romanUcPeriod"/>
            </a:pPr>
            <a:r>
              <a:rPr lang="uk-UA" dirty="0">
                <a:solidFill>
                  <a:srgbClr val="FF0000"/>
                </a:solidFill>
              </a:rPr>
              <a:t>Висновки</a:t>
            </a:r>
          </a:p>
          <a:p>
            <a:pPr marL="914400" lvl="1" indent="-457200">
              <a:buFont typeface="Courier New,monospace" panose="020B0604020202020204" pitchFamily="34" charset="0"/>
              <a:buChar char="o"/>
            </a:pPr>
            <a:endParaRPr lang="uk-UA" dirty="0"/>
          </a:p>
          <a:p>
            <a:pPr marL="457200" lvl="1" indent="0">
              <a:buNone/>
            </a:pPr>
            <a:endParaRPr lang="uk-UA" dirty="0"/>
          </a:p>
          <a:p>
            <a:pPr marL="457200" indent="-457200">
              <a:buAutoNum type="romanUcPeriod"/>
            </a:pPr>
            <a:endParaRPr lang="uk-UA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A66062-E0FE-4EE7-9840-EC05B87A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1" y="4541520"/>
            <a:ext cx="5895754" cy="23105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2988236"/>
            <a:ext cx="2418079" cy="388769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49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2171661-0838-4942-A149-8C1B78926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6FBA2-91FD-238B-5611-6BABC69A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6" y="533400"/>
            <a:ext cx="4529138" cy="1671639"/>
          </a:xfrm>
        </p:spPr>
        <p:txBody>
          <a:bodyPr>
            <a:normAutofit/>
          </a:bodyPr>
          <a:lstStyle/>
          <a:p>
            <a:r>
              <a:rPr lang="uk-UA" dirty="0"/>
              <a:t>TELEGRAM боти: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F4AAC6-531B-CD73-2C97-CA8DDEC37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205038"/>
            <a:ext cx="4405314" cy="411956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uk-UA" dirty="0">
                <a:ea typeface="+mn-lt"/>
                <a:cs typeface="+mn-lt"/>
              </a:rPr>
              <a:t>Телеграм-боти – це програми, які працюють у месенджері </a:t>
            </a:r>
            <a:r>
              <a:rPr lang="uk-UA" dirty="0" err="1">
                <a:ea typeface="+mn-lt"/>
                <a:cs typeface="+mn-lt"/>
              </a:rPr>
              <a:t>Telegram</a:t>
            </a:r>
            <a:r>
              <a:rPr lang="uk-UA" dirty="0">
                <a:ea typeface="+mn-lt"/>
                <a:cs typeface="+mn-lt"/>
              </a:rPr>
              <a:t> і виконують автоматизовані дії за запитом користувачів. Вони можуть бути корисними для різних завдань: від простих нагадувань і пошуку інформації до складних автоматизованих сервісів, як-от управління фінансами, планування завдань тощо.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04A404-AF1E-4EC9-AF7D-46C68BFCE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874503-FE8B-408C-ABAF-2B72BAC2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Как создать бота в Телеграм самому бесплатно пошаговая инструкция и что  такое Telegram бот">
            <a:extLst>
              <a:ext uri="{FF2B5EF4-FFF2-40B4-BE49-F238E27FC236}">
                <a16:creationId xmlns:a16="http://schemas.microsoft.com/office/drawing/2014/main" id="{2085B8C5-392B-7236-1A09-A0F66B01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343025"/>
            <a:ext cx="55626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E7F38-E872-1E84-BAE1-6D4614D9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831575"/>
            <a:ext cx="3876261" cy="1183374"/>
          </a:xfrm>
        </p:spPr>
        <p:txBody>
          <a:bodyPr>
            <a:normAutofit/>
          </a:bodyPr>
          <a:lstStyle/>
          <a:p>
            <a:pPr algn="ctr"/>
            <a:r>
              <a:rPr lang="uk-UA" sz="2700" b="1" dirty="0"/>
              <a:t>Основні функції ботів:</a:t>
            </a:r>
            <a:endParaRPr lang="uk-UA" b="1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1147B1-AA0D-4561-8B45-AC2C584F0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2009554"/>
            <a:ext cx="3868439" cy="46488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sz="3000" b="1" dirty="0">
                <a:ea typeface="+mn-lt"/>
                <a:cs typeface="+mn-lt"/>
              </a:rPr>
              <a:t>Автоматизація завдань</a:t>
            </a:r>
            <a:endParaRPr lang="uk-UA" sz="3000" dirty="0"/>
          </a:p>
          <a:p>
            <a:r>
              <a:rPr lang="uk-UA" sz="3000" b="1" dirty="0">
                <a:ea typeface="+mn-lt"/>
                <a:cs typeface="+mn-lt"/>
              </a:rPr>
              <a:t>Розваги</a:t>
            </a:r>
            <a:endParaRPr lang="uk-UA" sz="3000" dirty="0"/>
          </a:p>
          <a:p>
            <a:r>
              <a:rPr lang="uk-UA" sz="3000" b="1" dirty="0">
                <a:ea typeface="+mn-lt"/>
                <a:cs typeface="+mn-lt"/>
              </a:rPr>
              <a:t>Інтеграція з сервісами</a:t>
            </a:r>
            <a:endParaRPr lang="uk-UA" sz="3000" dirty="0"/>
          </a:p>
          <a:p>
            <a:r>
              <a:rPr lang="uk-UA" sz="3000" b="1" dirty="0">
                <a:ea typeface="+mn-lt"/>
                <a:cs typeface="+mn-lt"/>
              </a:rPr>
              <a:t>Управління каналами та чатами</a:t>
            </a:r>
            <a:endParaRPr lang="uk-UA" sz="3000" dirty="0"/>
          </a:p>
          <a:p>
            <a:endParaRPr lang="uk-UA" sz="30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AC77F55-D1A6-414F-3FF8-F8FE073C0471}"/>
              </a:ext>
            </a:extLst>
          </p:cNvPr>
          <p:cNvSpPr txBox="1">
            <a:spLocks/>
          </p:cNvSpPr>
          <p:nvPr/>
        </p:nvSpPr>
        <p:spPr>
          <a:xfrm>
            <a:off x="8071747" y="332409"/>
            <a:ext cx="4399654" cy="1458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err="1"/>
              <a:t>ПЕреваги</a:t>
            </a:r>
            <a:endParaRPr lang="uk-UA" sz="3200" b="1" dirty="0"/>
          </a:p>
          <a:p>
            <a:r>
              <a:rPr lang="uk-UA" sz="3200" b="1" dirty="0"/>
              <a:t>Ботів:</a:t>
            </a:r>
          </a:p>
        </p:txBody>
      </p:sp>
      <p:pic>
        <p:nvPicPr>
          <p:cNvPr id="10" name="Рисунок 9" descr="Телеграм-бот РГБМ — Новости — Российская государственная библиотека для  молодежи">
            <a:extLst>
              <a:ext uri="{FF2B5EF4-FFF2-40B4-BE49-F238E27FC236}">
                <a16:creationId xmlns:a16="http://schemas.microsoft.com/office/drawing/2014/main" id="{AD17C71F-3809-37DF-532F-287BA8C59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035" y="1790907"/>
            <a:ext cx="4006711" cy="2558359"/>
          </a:xfrm>
          <a:prstGeom prst="rect">
            <a:avLst/>
          </a:prstGeom>
        </p:spPr>
      </p:pic>
      <p:graphicFrame>
        <p:nvGraphicFramePr>
          <p:cNvPr id="14" name="Місце для вмісту 2">
            <a:extLst>
              <a:ext uri="{FF2B5EF4-FFF2-40B4-BE49-F238E27FC236}">
                <a16:creationId xmlns:a16="http://schemas.microsoft.com/office/drawing/2014/main" id="{742C3259-79CB-63E1-9045-F2246E3A59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105051"/>
              </p:ext>
            </p:extLst>
          </p:nvPr>
        </p:nvGraphicFramePr>
        <p:xfrm>
          <a:off x="8076096" y="1521433"/>
          <a:ext cx="3555999" cy="5139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397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1FBE127-D2A6-4FA3-A6B9-B8FD1DE4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B6D6D-6157-6685-C3D0-AFE39861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988" y="533400"/>
            <a:ext cx="4496228" cy="1690687"/>
          </a:xfrm>
        </p:spPr>
        <p:txBody>
          <a:bodyPr>
            <a:normAutofit/>
          </a:bodyPr>
          <a:lstStyle/>
          <a:p>
            <a:r>
              <a:rPr lang="uk-UA" dirty="0"/>
              <a:t>Сервер: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DD9C044-4B08-47CC-852C-B22B09675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4948518" cy="132453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033687E-2F83-4E90-B11A-4B998C154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818708" cy="642738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292DBC3-1A72-41ED-8432-D0D64FD63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1" y="2743200"/>
            <a:ext cx="4477872" cy="4114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Что такое VPS сервер | Чем VPS отличается от хостинга | CityHost">
            <a:extLst>
              <a:ext uri="{FF2B5EF4-FFF2-40B4-BE49-F238E27FC236}">
                <a16:creationId xmlns:a16="http://schemas.microsoft.com/office/drawing/2014/main" id="{3618BBC9-1A5A-82AC-1551-8A4EE1520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07852"/>
            <a:ext cx="5562600" cy="4242294"/>
          </a:xfrm>
          <a:prstGeom prst="rect">
            <a:avLst/>
          </a:prstGeom>
        </p:spPr>
      </p:pic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3187461-A077-73C3-7F17-B9B3DCEB2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788" y="2290762"/>
            <a:ext cx="5026117" cy="4408862"/>
          </a:xfrm>
        </p:spPr>
        <p:txBody>
          <a:bodyPr anchor="t">
            <a:noAutofit/>
          </a:bodyPr>
          <a:lstStyle/>
          <a:p>
            <a:r>
              <a:rPr lang="uk-UA" sz="3200" b="1" dirty="0">
                <a:ea typeface="+mn-lt"/>
                <a:cs typeface="+mn-lt"/>
              </a:rPr>
              <a:t>Сервер</a:t>
            </a:r>
            <a:r>
              <a:rPr lang="uk-UA" sz="3200" dirty="0">
                <a:ea typeface="+mn-lt"/>
                <a:cs typeface="+mn-lt"/>
              </a:rPr>
              <a:t> — це комп'ютер або програма, яка надає ресурси, послуги чи інформацію іншим комп'ютерам (клієнтам) через мережу. Сервери є ключовою частиною сучасної ІТ-інфраструктури.</a:t>
            </a:r>
            <a:endParaRPr lang="uk-UA" sz="32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9309E4A-5F81-4CAB-B5DB-AB4EB90C7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602477" y="2548218"/>
            <a:ext cx="589522" cy="43097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52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52B56-BF1B-2F2A-F575-366E2A5D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22" y="599663"/>
            <a:ext cx="3818243" cy="1382156"/>
          </a:xfrm>
        </p:spPr>
        <p:txBody>
          <a:bodyPr>
            <a:noAutofit/>
          </a:bodyPr>
          <a:lstStyle/>
          <a:p>
            <a:r>
              <a:rPr lang="uk-UA" sz="2900" i="0" dirty="0">
                <a:ea typeface="+mj-lt"/>
                <a:cs typeface="+mj-lt"/>
              </a:rPr>
              <a:t>Для чого використовують сервери?</a:t>
            </a:r>
            <a:endParaRPr lang="uk-UA" sz="2900" dirty="0"/>
          </a:p>
        </p:txBody>
      </p:sp>
      <p:graphicFrame>
        <p:nvGraphicFramePr>
          <p:cNvPr id="12" name="Місце для вмісту 2">
            <a:extLst>
              <a:ext uri="{FF2B5EF4-FFF2-40B4-BE49-F238E27FC236}">
                <a16:creationId xmlns:a16="http://schemas.microsoft.com/office/drawing/2014/main" id="{CEF55B20-5177-B2D6-53C8-FD6AD2D715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0130" y="2517554"/>
          <a:ext cx="5190436" cy="4013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C5114E6-F967-4A41-EA96-CCB07448AD44}"/>
              </a:ext>
            </a:extLst>
          </p:cNvPr>
          <p:cNvSpPr txBox="1">
            <a:spLocks/>
          </p:cNvSpPr>
          <p:nvPr/>
        </p:nvSpPr>
        <p:spPr>
          <a:xfrm>
            <a:off x="7192616" y="1116497"/>
            <a:ext cx="3235740" cy="752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i="0" dirty="0">
                <a:ea typeface="+mj-lt"/>
                <a:cs typeface="+mj-lt"/>
              </a:rPr>
              <a:t>Типи серверів:</a:t>
            </a:r>
            <a:endParaRPr lang="uk-UA" dirty="0"/>
          </a:p>
        </p:txBody>
      </p:sp>
      <p:sp>
        <p:nvSpPr>
          <p:cNvPr id="7" name="Місце для вмісту 2">
            <a:extLst>
              <a:ext uri="{FF2B5EF4-FFF2-40B4-BE49-F238E27FC236}">
                <a16:creationId xmlns:a16="http://schemas.microsoft.com/office/drawing/2014/main" id="{492C4217-B9FE-BA7A-F0B7-3C5271F06E02}"/>
              </a:ext>
            </a:extLst>
          </p:cNvPr>
          <p:cNvSpPr txBox="1">
            <a:spLocks/>
          </p:cNvSpPr>
          <p:nvPr/>
        </p:nvSpPr>
        <p:spPr>
          <a:xfrm>
            <a:off x="7192616" y="2318870"/>
            <a:ext cx="4592984" cy="45391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uk-UA" sz="2700" b="1" dirty="0" err="1">
                <a:ea typeface="+mn-lt"/>
                <a:cs typeface="+mn-lt"/>
              </a:rPr>
              <a:t>Вебсервери</a:t>
            </a:r>
            <a:r>
              <a:rPr lang="uk-UA" sz="2700" b="1" dirty="0">
                <a:ea typeface="+mn-lt"/>
                <a:cs typeface="+mn-lt"/>
              </a:rPr>
              <a:t> (</a:t>
            </a:r>
            <a:r>
              <a:rPr lang="uk-UA" sz="2700" b="1" dirty="0" err="1">
                <a:ea typeface="+mn-lt"/>
                <a:cs typeface="+mn-lt"/>
              </a:rPr>
              <a:t>Web</a:t>
            </a:r>
            <a:r>
              <a:rPr lang="uk-UA" sz="2700" b="1" dirty="0">
                <a:ea typeface="+mn-lt"/>
                <a:cs typeface="+mn-lt"/>
              </a:rPr>
              <a:t> </a:t>
            </a:r>
            <a:r>
              <a:rPr lang="uk-UA" sz="2700" b="1" dirty="0" err="1">
                <a:ea typeface="+mn-lt"/>
                <a:cs typeface="+mn-lt"/>
              </a:rPr>
              <a:t>Servers</a:t>
            </a:r>
            <a:r>
              <a:rPr lang="uk-UA" sz="2700" b="1" dirty="0">
                <a:ea typeface="+mn-lt"/>
                <a:cs typeface="+mn-lt"/>
              </a:rPr>
              <a:t>):</a:t>
            </a:r>
            <a:endParaRPr lang="uk-UA" sz="2700" dirty="0">
              <a:ea typeface="+mn-lt"/>
              <a:cs typeface="+mn-lt"/>
            </a:endParaRPr>
          </a:p>
          <a:p>
            <a:pPr marL="285750" indent="-285750"/>
            <a:r>
              <a:rPr lang="uk-UA" sz="2700" b="1" dirty="0">
                <a:ea typeface="+mn-lt"/>
                <a:cs typeface="+mn-lt"/>
              </a:rPr>
              <a:t>Бази даних (</a:t>
            </a:r>
            <a:r>
              <a:rPr lang="uk-UA" sz="2700" b="1" dirty="0" err="1">
                <a:ea typeface="+mn-lt"/>
                <a:cs typeface="+mn-lt"/>
              </a:rPr>
              <a:t>Database</a:t>
            </a:r>
            <a:r>
              <a:rPr lang="uk-UA" sz="2700" b="1" dirty="0">
                <a:ea typeface="+mn-lt"/>
                <a:cs typeface="+mn-lt"/>
              </a:rPr>
              <a:t> </a:t>
            </a:r>
            <a:r>
              <a:rPr lang="uk-UA" sz="2700" b="1" dirty="0" err="1">
                <a:ea typeface="+mn-lt"/>
                <a:cs typeface="+mn-lt"/>
              </a:rPr>
              <a:t>Servers</a:t>
            </a:r>
            <a:r>
              <a:rPr lang="uk-UA" sz="2700" b="1" dirty="0">
                <a:ea typeface="+mn-lt"/>
                <a:cs typeface="+mn-lt"/>
              </a:rPr>
              <a:t>)</a:t>
            </a:r>
            <a:endParaRPr lang="uk-UA" sz="2700" dirty="0">
              <a:ea typeface="+mn-lt"/>
              <a:cs typeface="+mn-lt"/>
            </a:endParaRPr>
          </a:p>
          <a:p>
            <a:pPr marL="285750" indent="-285750"/>
            <a:r>
              <a:rPr lang="uk-UA" sz="2700" b="1" dirty="0">
                <a:ea typeface="+mn-lt"/>
                <a:cs typeface="+mn-lt"/>
              </a:rPr>
              <a:t>Файлові сервери</a:t>
            </a:r>
            <a:endParaRPr lang="uk-UA" sz="2700" dirty="0">
              <a:ea typeface="+mn-lt"/>
              <a:cs typeface="+mn-lt"/>
            </a:endParaRPr>
          </a:p>
          <a:p>
            <a:pPr marL="285750" indent="-285750"/>
            <a:r>
              <a:rPr lang="uk-UA" sz="2700" b="1" dirty="0">
                <a:ea typeface="+mn-lt"/>
                <a:cs typeface="+mn-lt"/>
              </a:rPr>
              <a:t>DNS-сервери</a:t>
            </a:r>
            <a:r>
              <a:rPr lang="uk-UA" sz="2700" dirty="0">
                <a:ea typeface="+mn-lt"/>
                <a:cs typeface="+mn-lt"/>
              </a:rPr>
              <a:t>.</a:t>
            </a:r>
          </a:p>
          <a:p>
            <a:pPr marL="285750" indent="-285750"/>
            <a:r>
              <a:rPr lang="uk-UA" sz="2700" b="1" dirty="0">
                <a:ea typeface="+mn-lt"/>
                <a:cs typeface="+mn-lt"/>
              </a:rPr>
              <a:t>Ігрові сервери</a:t>
            </a:r>
            <a:endParaRPr lang="uk-UA" sz="2700" dirty="0">
              <a:ea typeface="+mn-lt"/>
              <a:cs typeface="+mn-lt"/>
            </a:endParaRPr>
          </a:p>
          <a:p>
            <a:pPr marL="285750" indent="-285750"/>
            <a:r>
              <a:rPr lang="uk-UA" sz="2700" b="1" dirty="0">
                <a:ea typeface="+mn-lt"/>
                <a:cs typeface="+mn-lt"/>
              </a:rPr>
              <a:t>Хмарні сервери</a:t>
            </a:r>
            <a:endParaRPr lang="uk-UA" sz="2700" dirty="0">
              <a:ea typeface="+mn-lt"/>
              <a:cs typeface="+mn-lt"/>
            </a:endParaRPr>
          </a:p>
          <a:p>
            <a:pPr marL="285750" indent="-285750"/>
            <a:endParaRPr lang="uk-UA" sz="2700" dirty="0">
              <a:ea typeface="+mn-lt"/>
              <a:cs typeface="+mn-lt"/>
            </a:endParaRPr>
          </a:p>
        </p:txBody>
      </p:sp>
      <p:pic>
        <p:nvPicPr>
          <p:cNvPr id="8" name="Рисунок 7" descr="Что такое сервер - Виды, использование и роль | Fix-Noutbuk">
            <a:extLst>
              <a:ext uri="{FF2B5EF4-FFF2-40B4-BE49-F238E27FC236}">
                <a16:creationId xmlns:a16="http://schemas.microsoft.com/office/drawing/2014/main" id="{6D95D7E6-7AE7-6340-1961-27D0B212C7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1531" y="66875"/>
            <a:ext cx="3251198" cy="209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7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ECC94-D6AA-69A2-A6B6-CA3F787E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68" y="326973"/>
            <a:ext cx="4726609" cy="1382156"/>
          </a:xfrm>
        </p:spPr>
        <p:txBody>
          <a:bodyPr>
            <a:normAutofit/>
          </a:bodyPr>
          <a:lstStyle/>
          <a:p>
            <a:r>
              <a:rPr lang="uk-UA" sz="2700" b="1" dirty="0">
                <a:ea typeface="+mj-lt"/>
                <a:cs typeface="+mj-lt"/>
              </a:rPr>
              <a:t>Як використовуються сервери для </a:t>
            </a:r>
            <a:r>
              <a:rPr lang="uk-UA" sz="2700" b="1" err="1">
                <a:ea typeface="+mj-lt"/>
                <a:cs typeface="+mj-lt"/>
              </a:rPr>
              <a:t>Telegram</a:t>
            </a:r>
            <a:r>
              <a:rPr lang="uk-UA" sz="2700" b="1">
                <a:ea typeface="+mj-lt"/>
                <a:cs typeface="+mj-lt"/>
              </a:rPr>
              <a:t> </a:t>
            </a:r>
            <a:r>
              <a:rPr lang="uk-UA" sz="2700" b="1" dirty="0">
                <a:ea typeface="+mj-lt"/>
                <a:cs typeface="+mj-lt"/>
              </a:rPr>
              <a:t>- ботів?</a:t>
            </a:r>
            <a:endParaRPr lang="uk-UA" sz="2700" b="1"/>
          </a:p>
        </p:txBody>
      </p:sp>
      <p:graphicFrame>
        <p:nvGraphicFramePr>
          <p:cNvPr id="10" name="Місце для вмісту 2">
            <a:extLst>
              <a:ext uri="{FF2B5EF4-FFF2-40B4-BE49-F238E27FC236}">
                <a16:creationId xmlns:a16="http://schemas.microsoft.com/office/drawing/2014/main" id="{7EA4CEF1-492F-DF59-45BA-54A5487936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5008385"/>
              </p:ext>
            </p:extLst>
          </p:nvPr>
        </p:nvGraphicFramePr>
        <p:xfrm>
          <a:off x="226391" y="2109369"/>
          <a:ext cx="3479121" cy="4205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9E134ED-9817-E861-0C36-6824FF4C9220}"/>
              </a:ext>
            </a:extLst>
          </p:cNvPr>
          <p:cNvSpPr txBox="1">
            <a:spLocks/>
          </p:cNvSpPr>
          <p:nvPr/>
        </p:nvSpPr>
        <p:spPr>
          <a:xfrm>
            <a:off x="7087704" y="865121"/>
            <a:ext cx="4726609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700" b="1" dirty="0"/>
              <a:t>Переваги серверів:</a:t>
            </a:r>
          </a:p>
          <a:p>
            <a:pPr marL="285750" indent="-285750">
              <a:buFont typeface="Arial"/>
              <a:buChar char="•"/>
            </a:pPr>
            <a:endParaRPr lang="uk-UA" sz="3700" b="1" dirty="0"/>
          </a:p>
          <a:p>
            <a:endParaRPr lang="uk-UA" sz="3700" b="1" dirty="0"/>
          </a:p>
        </p:txBody>
      </p:sp>
      <p:sp>
        <p:nvSpPr>
          <p:cNvPr id="7" name="Місце для вмісту 2">
            <a:extLst>
              <a:ext uri="{FF2B5EF4-FFF2-40B4-BE49-F238E27FC236}">
                <a16:creationId xmlns:a16="http://schemas.microsoft.com/office/drawing/2014/main" id="{A78886AD-3817-66F8-B709-4D3778133E7C}"/>
              </a:ext>
            </a:extLst>
          </p:cNvPr>
          <p:cNvSpPr txBox="1">
            <a:spLocks/>
          </p:cNvSpPr>
          <p:nvPr/>
        </p:nvSpPr>
        <p:spPr>
          <a:xfrm>
            <a:off x="8096619" y="2234934"/>
            <a:ext cx="3906959" cy="52830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sz="3000" b="1" dirty="0">
                <a:ea typeface="+mn-lt"/>
                <a:cs typeface="+mn-lt"/>
              </a:rPr>
              <a:t>Цілодобова робота</a:t>
            </a:r>
            <a:endParaRPr lang="uk-UA" sz="3000" dirty="0">
              <a:ea typeface="+mn-lt"/>
              <a:cs typeface="+mn-lt"/>
            </a:endParaRPr>
          </a:p>
          <a:p>
            <a:r>
              <a:rPr lang="uk-UA" sz="3000" b="1" dirty="0">
                <a:ea typeface="+mn-lt"/>
                <a:cs typeface="+mn-lt"/>
              </a:rPr>
              <a:t>Швидкий доступ</a:t>
            </a:r>
            <a:endParaRPr lang="uk-UA" sz="3000" dirty="0">
              <a:ea typeface="+mn-lt"/>
              <a:cs typeface="+mn-lt"/>
            </a:endParaRPr>
          </a:p>
          <a:p>
            <a:r>
              <a:rPr lang="uk-UA" sz="3000" b="1" dirty="0">
                <a:ea typeface="+mn-lt"/>
                <a:cs typeface="+mn-lt"/>
              </a:rPr>
              <a:t>Безпека</a:t>
            </a:r>
            <a:endParaRPr lang="uk-UA" sz="3000" dirty="0">
              <a:ea typeface="+mn-lt"/>
              <a:cs typeface="+mn-lt"/>
            </a:endParaRPr>
          </a:p>
          <a:p>
            <a:r>
              <a:rPr lang="uk-UA" sz="3000" b="1" dirty="0">
                <a:ea typeface="+mn-lt"/>
                <a:cs typeface="+mn-lt"/>
              </a:rPr>
              <a:t>Масштабованість</a:t>
            </a:r>
            <a:endParaRPr lang="uk-UA" sz="3000" dirty="0">
              <a:ea typeface="+mn-lt"/>
              <a:cs typeface="+mn-lt"/>
            </a:endParaRPr>
          </a:p>
          <a:p>
            <a:endParaRPr lang="uk-UA" sz="3000" b="1" dirty="0"/>
          </a:p>
        </p:txBody>
      </p:sp>
      <p:pic>
        <p:nvPicPr>
          <p:cNvPr id="8" name="Рисунок 7" descr="Что такое сервер и как он работает – База знаний Timeweb Community">
            <a:extLst>
              <a:ext uri="{FF2B5EF4-FFF2-40B4-BE49-F238E27FC236}">
                <a16:creationId xmlns:a16="http://schemas.microsoft.com/office/drawing/2014/main" id="{DE226918-D823-8BC2-FFEE-5D99C1603B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9791" y="4610723"/>
            <a:ext cx="3372677" cy="1899335"/>
          </a:xfrm>
          <a:prstGeom prst="rect">
            <a:avLst/>
          </a:prstGeom>
        </p:spPr>
      </p:pic>
      <p:pic>
        <p:nvPicPr>
          <p:cNvPr id="58" name="Рисунок 57" descr="У чому різниця між веб-сервером і сервером додатків? – SERVER SOLUTIONS">
            <a:extLst>
              <a:ext uri="{FF2B5EF4-FFF2-40B4-BE49-F238E27FC236}">
                <a16:creationId xmlns:a16="http://schemas.microsoft.com/office/drawing/2014/main" id="{0771BFDE-F4F8-73FF-8DE9-E3ABD4BB18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4400" y="1712234"/>
            <a:ext cx="3218068" cy="218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8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B85DF4F1-3C90-4AD9-AAB9-75BF6CD61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28D630B-F0CC-463F-9DEE-2AE410989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7970A-4CFA-9A02-102D-B954359A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102942"/>
            <a:ext cx="9144000" cy="9182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sz="4000" dirty="0"/>
              <a:t>Сервер на базі </a:t>
            </a:r>
            <a:r>
              <a:rPr lang="uk-UA" sz="4000" dirty="0" err="1"/>
              <a:t>telegram</a:t>
            </a:r>
            <a:r>
              <a:rPr lang="uk-UA" sz="4000" dirty="0"/>
              <a:t> бота:</a:t>
            </a:r>
            <a:endParaRPr lang="en-US" sz="4000" i="0" dirty="0">
              <a:solidFill>
                <a:srgbClr val="00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DF9ACB4-4909-4C3D-BC1F-5BD779547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AF3EA5A-8F42-43FA-8863-92076165A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7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57CD0D7-7546-4A49-A543-6F82FF04C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514C143-4F35-4F32-BF9B-2E3FB6483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Рисунок 50" descr="Зображення, що містить текст, знімок екрана&#10;&#10;Опис створено автоматично">
            <a:extLst>
              <a:ext uri="{FF2B5EF4-FFF2-40B4-BE49-F238E27FC236}">
                <a16:creationId xmlns:a16="http://schemas.microsoft.com/office/drawing/2014/main" id="{64896958-1A24-44F9-4D2D-4B5D21C8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522" y="452782"/>
            <a:ext cx="2060615" cy="4114800"/>
          </a:xfrm>
          <a:prstGeom prst="rect">
            <a:avLst/>
          </a:prstGeom>
        </p:spPr>
      </p:pic>
      <p:pic>
        <p:nvPicPr>
          <p:cNvPr id="53" name="Рисунок 52" descr="Зображення, що містить текст, знімок екрана&#10;&#10;Опис створено автоматично">
            <a:extLst>
              <a:ext uri="{FF2B5EF4-FFF2-40B4-BE49-F238E27FC236}">
                <a16:creationId xmlns:a16="http://schemas.microsoft.com/office/drawing/2014/main" id="{248DCA3E-4701-2093-C26F-6E40F6A3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" y="455543"/>
            <a:ext cx="2025253" cy="4114800"/>
          </a:xfrm>
          <a:prstGeom prst="rect">
            <a:avLst/>
          </a:prstGeom>
        </p:spPr>
      </p:pic>
      <p:pic>
        <p:nvPicPr>
          <p:cNvPr id="57" name="Рисунок 56" descr="Зображення, що містить текст, знімок екрана&#10;&#10;Опис створено автоматично">
            <a:extLst>
              <a:ext uri="{FF2B5EF4-FFF2-40B4-BE49-F238E27FC236}">
                <a16:creationId xmlns:a16="http://schemas.microsoft.com/office/drawing/2014/main" id="{9A58CFA2-201F-26A5-FCAE-06D1F0F39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023" y="472110"/>
            <a:ext cx="2038112" cy="4114800"/>
          </a:xfrm>
          <a:prstGeom prst="rect">
            <a:avLst/>
          </a:prstGeom>
        </p:spPr>
      </p:pic>
      <p:pic>
        <p:nvPicPr>
          <p:cNvPr id="74" name="Рисунок 73" descr="Зображення, що містить текст, знімок екрана&#10;&#10;Опис створено автоматично">
            <a:extLst>
              <a:ext uri="{FF2B5EF4-FFF2-40B4-BE49-F238E27FC236}">
                <a16:creationId xmlns:a16="http://schemas.microsoft.com/office/drawing/2014/main" id="{0F146334-27FA-9C3F-113D-3AA6910BD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151" y="455543"/>
            <a:ext cx="2031683" cy="4114800"/>
          </a:xfrm>
          <a:prstGeom prst="rect">
            <a:avLst/>
          </a:prstGeom>
        </p:spPr>
      </p:pic>
      <p:pic>
        <p:nvPicPr>
          <p:cNvPr id="88" name="Рисунок 87" descr="Зображення, що містить текст, знімок екрана&#10;&#10;Опис створено автоматично">
            <a:extLst>
              <a:ext uri="{FF2B5EF4-FFF2-40B4-BE49-F238E27FC236}">
                <a16:creationId xmlns:a16="http://schemas.microsoft.com/office/drawing/2014/main" id="{638160D4-398F-8CC0-239C-E22B086AA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825" y="469348"/>
            <a:ext cx="189988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6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9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51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53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5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7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9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7" name="Rectangle 61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38572CB4-198F-40EB-A56D-65D841A3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78" y="-11084"/>
            <a:ext cx="7384765" cy="6895884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  <a:gd name="connsiteX0" fmla="*/ 2323794 w 6699211"/>
              <a:gd name="connsiteY0" fmla="*/ 54619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323794 w 6699211"/>
              <a:gd name="connsiteY4" fmla="*/ 54619 h 6857998"/>
              <a:gd name="connsiteX0" fmla="*/ 2323794 w 6699211"/>
              <a:gd name="connsiteY0" fmla="*/ 18674 h 6822053"/>
              <a:gd name="connsiteX1" fmla="*/ 6699211 w 6699211"/>
              <a:gd name="connsiteY1" fmla="*/ 0 h 6822053"/>
              <a:gd name="connsiteX2" fmla="*/ 6699211 w 6699211"/>
              <a:gd name="connsiteY2" fmla="*/ 6822053 h 6822053"/>
              <a:gd name="connsiteX3" fmla="*/ 0 w 6699211"/>
              <a:gd name="connsiteY3" fmla="*/ 6808405 h 6822053"/>
              <a:gd name="connsiteX4" fmla="*/ 2323794 w 6699211"/>
              <a:gd name="connsiteY4" fmla="*/ 18674 h 6822053"/>
              <a:gd name="connsiteX0" fmla="*/ 2078525 w 6699211"/>
              <a:gd name="connsiteY0" fmla="*/ 18674 h 6822053"/>
              <a:gd name="connsiteX1" fmla="*/ 6699211 w 6699211"/>
              <a:gd name="connsiteY1" fmla="*/ 0 h 6822053"/>
              <a:gd name="connsiteX2" fmla="*/ 6699211 w 6699211"/>
              <a:gd name="connsiteY2" fmla="*/ 6822053 h 6822053"/>
              <a:gd name="connsiteX3" fmla="*/ 0 w 6699211"/>
              <a:gd name="connsiteY3" fmla="*/ 6808405 h 6822053"/>
              <a:gd name="connsiteX4" fmla="*/ 2078525 w 6699211"/>
              <a:gd name="connsiteY4" fmla="*/ 18674 h 6822053"/>
              <a:gd name="connsiteX0" fmla="*/ 1925231 w 6699211"/>
              <a:gd name="connsiteY0" fmla="*/ 18674 h 6822053"/>
              <a:gd name="connsiteX1" fmla="*/ 6699211 w 6699211"/>
              <a:gd name="connsiteY1" fmla="*/ 0 h 6822053"/>
              <a:gd name="connsiteX2" fmla="*/ 6699211 w 6699211"/>
              <a:gd name="connsiteY2" fmla="*/ 6822053 h 6822053"/>
              <a:gd name="connsiteX3" fmla="*/ 0 w 6699211"/>
              <a:gd name="connsiteY3" fmla="*/ 6808405 h 6822053"/>
              <a:gd name="connsiteX4" fmla="*/ 1925231 w 6699211"/>
              <a:gd name="connsiteY4" fmla="*/ 18674 h 682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22053">
                <a:moveTo>
                  <a:pt x="1925231" y="18674"/>
                </a:moveTo>
                <a:lnTo>
                  <a:pt x="6699211" y="0"/>
                </a:lnTo>
                <a:lnTo>
                  <a:pt x="6699211" y="6822053"/>
                </a:lnTo>
                <a:lnTo>
                  <a:pt x="0" y="6808405"/>
                </a:lnTo>
                <a:lnTo>
                  <a:pt x="1925231" y="186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826CCB5-092D-298E-F269-7EE84E0B8261}"/>
              </a:ext>
            </a:extLst>
          </p:cNvPr>
          <p:cNvSpPr txBox="1">
            <a:spLocks/>
          </p:cNvSpPr>
          <p:nvPr/>
        </p:nvSpPr>
        <p:spPr>
          <a:xfrm>
            <a:off x="3873188" y="60363"/>
            <a:ext cx="4008664" cy="11734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500" dirty="0" err="1"/>
              <a:t>Код</a:t>
            </a:r>
            <a:endParaRPr lang="en-US" sz="5500" dirty="0"/>
          </a:p>
        </p:txBody>
      </p:sp>
      <p:cxnSp>
        <p:nvCxnSpPr>
          <p:cNvPr id="61" name="Straight Connector 65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70269"/>
            <a:ext cx="8526326" cy="158773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Зображення, що містить текст, знімок екрана, Шрифт&#10;&#10;Опис створено автоматично">
            <a:extLst>
              <a:ext uri="{FF2B5EF4-FFF2-40B4-BE49-F238E27FC236}">
                <a16:creationId xmlns:a16="http://schemas.microsoft.com/office/drawing/2014/main" id="{913D6012-11EF-D914-FAF0-28F3482B2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5" y="1390050"/>
            <a:ext cx="6068105" cy="3241703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Шрифт&#10;&#10;Опис створено автоматично">
            <a:extLst>
              <a:ext uri="{FF2B5EF4-FFF2-40B4-BE49-F238E27FC236}">
                <a16:creationId xmlns:a16="http://schemas.microsoft.com/office/drawing/2014/main" id="{4410AADE-D781-A944-7E00-BE83C6344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067" y="1390050"/>
            <a:ext cx="5861533" cy="3144670"/>
          </a:xfrm>
          <a:prstGeom prst="rect">
            <a:avLst/>
          </a:prstGeom>
        </p:spPr>
      </p:pic>
      <p:pic>
        <p:nvPicPr>
          <p:cNvPr id="9" name="Рисунок 8" descr="Зображення, що містить текст, знімок екрана, Шрифт&#10;&#10;Опис створено автоматично">
            <a:extLst>
              <a:ext uri="{FF2B5EF4-FFF2-40B4-BE49-F238E27FC236}">
                <a16:creationId xmlns:a16="http://schemas.microsoft.com/office/drawing/2014/main" id="{7B68746B-A1CA-F2C9-24B5-DE3FB86C7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619" y="4796019"/>
            <a:ext cx="6372415" cy="174765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1EE3FC0-DF1F-ED7B-EEC3-1F153C506902}"/>
              </a:ext>
            </a:extLst>
          </p:cNvPr>
          <p:cNvSpPr txBox="1">
            <a:spLocks/>
          </p:cNvSpPr>
          <p:nvPr/>
        </p:nvSpPr>
        <p:spPr>
          <a:xfrm>
            <a:off x="275545" y="771796"/>
            <a:ext cx="5320689" cy="945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 err="1"/>
              <a:t>Шляхи</a:t>
            </a:r>
            <a:r>
              <a:rPr lang="en-US" sz="3000" dirty="0"/>
              <a:t> </a:t>
            </a:r>
            <a:r>
              <a:rPr lang="en-US" sz="3000" dirty="0" err="1"/>
              <a:t>до</a:t>
            </a:r>
            <a:r>
              <a:rPr lang="en-US" sz="3000" dirty="0"/>
              <a:t> </a:t>
            </a:r>
            <a:r>
              <a:rPr lang="en-US" sz="3000" dirty="0" err="1"/>
              <a:t>файлів</a:t>
            </a:r>
            <a:r>
              <a:rPr lang="en-US" sz="3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2824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3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39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3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5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7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49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7" name="Rectangle 51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53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78066"/>
            <a:ext cx="2404085" cy="600761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55">
            <a:extLst>
              <a:ext uri="{FF2B5EF4-FFF2-40B4-BE49-F238E27FC236}">
                <a16:creationId xmlns:a16="http://schemas.microsoft.com/office/drawing/2014/main" id="{F02C290C-EA87-457A-9927-0235DDA35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810940" y="878066"/>
            <a:ext cx="3381060" cy="59799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67302" y="-27684"/>
            <a:ext cx="5724698" cy="1644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D2035D-DA91-AD25-CB99-6099BC82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82" y="127841"/>
            <a:ext cx="8526325" cy="7993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500" dirty="0" err="1"/>
              <a:t>Код</a:t>
            </a:r>
            <a:endParaRPr lang="en-US" sz="5500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FE1DA24-2C17-4792-A325-49BAC436B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978548"/>
            <a:ext cx="12192000" cy="189973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Місце для вмісту 3" descr="Зображення, що містить текст, знімок екрана, Шрифт, програмне забезпечення&#10;&#10;Опис створено автоматично">
            <a:extLst>
              <a:ext uri="{FF2B5EF4-FFF2-40B4-BE49-F238E27FC236}">
                <a16:creationId xmlns:a16="http://schemas.microsoft.com/office/drawing/2014/main" id="{0D5BB94B-0D1B-F055-3763-333CA0887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" y="1211438"/>
            <a:ext cx="6813140" cy="2165270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Шрифт&#10;&#10;Опис створено автоматично">
            <a:extLst>
              <a:ext uri="{FF2B5EF4-FFF2-40B4-BE49-F238E27FC236}">
                <a16:creationId xmlns:a16="http://schemas.microsoft.com/office/drawing/2014/main" id="{FA6DACBB-FCD2-FCE6-A42A-44588FE15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459" y="3429000"/>
            <a:ext cx="7195010" cy="1367534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, дизайн&#10;&#10;Опис створено автоматично">
            <a:extLst>
              <a:ext uri="{FF2B5EF4-FFF2-40B4-BE49-F238E27FC236}">
                <a16:creationId xmlns:a16="http://schemas.microsoft.com/office/drawing/2014/main" id="{C3042079-DA0C-17F3-AC61-76A3CECC0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689" y="4963591"/>
            <a:ext cx="8103782" cy="1827545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3EA1C04-500F-EED7-66A4-D75F0E35D57A}"/>
              </a:ext>
            </a:extLst>
          </p:cNvPr>
          <p:cNvSpPr txBox="1">
            <a:spLocks/>
          </p:cNvSpPr>
          <p:nvPr/>
        </p:nvSpPr>
        <p:spPr>
          <a:xfrm>
            <a:off x="6308681" y="3044318"/>
            <a:ext cx="5522499" cy="3828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/>
              <a:t>Бібліотеки</a:t>
            </a:r>
            <a:r>
              <a:rPr lang="en-US" sz="2400" dirty="0"/>
              <a:t>: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DC08B99-18AC-59F3-527D-87C4B71FE755}"/>
              </a:ext>
            </a:extLst>
          </p:cNvPr>
          <p:cNvSpPr txBox="1">
            <a:spLocks/>
          </p:cNvSpPr>
          <p:nvPr/>
        </p:nvSpPr>
        <p:spPr>
          <a:xfrm>
            <a:off x="91440" y="878066"/>
            <a:ext cx="5522499" cy="3828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/>
              <a:t>Обробка</a:t>
            </a:r>
            <a:r>
              <a:rPr lang="en-US" sz="2400" dirty="0"/>
              <a:t> </a:t>
            </a:r>
            <a:r>
              <a:rPr lang="en-US" sz="2400" dirty="0" err="1"/>
              <a:t>команди</a:t>
            </a:r>
            <a:r>
              <a:rPr lang="en-US" sz="2400" dirty="0"/>
              <a:t> start:</a:t>
            </a:r>
            <a:endParaRPr lang="uk-UA" sz="2400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C747CDD-9A8D-CFBF-BEFA-84607C772A5D}"/>
              </a:ext>
            </a:extLst>
          </p:cNvPr>
          <p:cNvSpPr txBox="1">
            <a:spLocks/>
          </p:cNvSpPr>
          <p:nvPr/>
        </p:nvSpPr>
        <p:spPr>
          <a:xfrm>
            <a:off x="91440" y="4195098"/>
            <a:ext cx="3495999" cy="7693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/>
              <a:t>Кнопки</a:t>
            </a:r>
            <a:r>
              <a:rPr lang="en-US" sz="2400" dirty="0"/>
              <a:t>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додавання</a:t>
            </a:r>
            <a:r>
              <a:rPr lang="en-US" sz="2400" dirty="0"/>
              <a:t> </a:t>
            </a:r>
            <a:r>
              <a:rPr lang="en-US" sz="2400" dirty="0" err="1"/>
              <a:t>файлів</a:t>
            </a:r>
            <a:r>
              <a:rPr lang="en-US" sz="2400" dirty="0"/>
              <a:t>: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46384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9B5E2-E2EC-B4E7-4BA5-BFAEF81A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9512" y="-1509642"/>
            <a:ext cx="5834791" cy="25321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500" dirty="0" err="1"/>
              <a:t>Код</a:t>
            </a:r>
            <a:endParaRPr lang="en-US" sz="55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F61726-9292-4844-9EBF-341051AAF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488558"/>
            <a:ext cx="4768702" cy="53694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2809812" y="5466536"/>
            <a:ext cx="9382188" cy="139132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Зображення, що містить текст, знімок екрана, монітор, програмне забезпечення&#10;&#10;Опис створено автоматично">
            <a:extLst>
              <a:ext uri="{FF2B5EF4-FFF2-40B4-BE49-F238E27FC236}">
                <a16:creationId xmlns:a16="http://schemas.microsoft.com/office/drawing/2014/main" id="{34B53771-B596-A0DA-FA65-316E07AA4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2" y="1252296"/>
            <a:ext cx="5712420" cy="2306902"/>
          </a:xfrm>
          <a:prstGeom prst="rect">
            <a:avLst/>
          </a:prstGeom>
        </p:spPr>
      </p:pic>
      <p:pic>
        <p:nvPicPr>
          <p:cNvPr id="4" name="Місце для вмісту 3" descr="Зображення, що містить текст, знімок екрана, програмне забезпечення, Мультимедійне програмне забезпечення&#10;&#10;Опис створено автоматично">
            <a:extLst>
              <a:ext uri="{FF2B5EF4-FFF2-40B4-BE49-F238E27FC236}">
                <a16:creationId xmlns:a16="http://schemas.microsoft.com/office/drawing/2014/main" id="{645D3C73-729F-CF19-D73E-147F34B47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27222" y="3118301"/>
            <a:ext cx="6272370" cy="2730049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Шрифт, знімок екрана, Графіка&#10;&#10;Опис створено автоматично">
            <a:extLst>
              <a:ext uri="{FF2B5EF4-FFF2-40B4-BE49-F238E27FC236}">
                <a16:creationId xmlns:a16="http://schemas.microsoft.com/office/drawing/2014/main" id="{1EC960ED-4E3A-6FC8-5344-574DBABDE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64" y="5104277"/>
            <a:ext cx="4431607" cy="1488145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D1D742B-AE62-4EEF-818B-031803203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663142" y="635841"/>
            <a:ext cx="528858" cy="62220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8E84F98-4AB6-DD25-F832-627155338630}"/>
              </a:ext>
            </a:extLst>
          </p:cNvPr>
          <p:cNvSpPr txBox="1">
            <a:spLocks/>
          </p:cNvSpPr>
          <p:nvPr/>
        </p:nvSpPr>
        <p:spPr>
          <a:xfrm>
            <a:off x="352835" y="337685"/>
            <a:ext cx="4231635" cy="7464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 err="1"/>
              <a:t>Переклад</a:t>
            </a:r>
            <a:r>
              <a:rPr lang="en-US" sz="2500" dirty="0"/>
              <a:t> </a:t>
            </a:r>
            <a:r>
              <a:rPr lang="en-US" sz="2500" dirty="0" err="1"/>
              <a:t>на</a:t>
            </a:r>
            <a:r>
              <a:rPr lang="en-US" sz="2500" dirty="0"/>
              <a:t> </a:t>
            </a:r>
            <a:r>
              <a:rPr lang="en-US" sz="2500" dirty="0" err="1"/>
              <a:t>ін</a:t>
            </a:r>
            <a:r>
              <a:rPr lang="uk-UA" sz="2500" dirty="0"/>
              <a:t>ш</a:t>
            </a:r>
            <a:r>
              <a:rPr lang="en-US" sz="2500" dirty="0"/>
              <a:t>і </a:t>
            </a:r>
            <a:r>
              <a:rPr lang="en-US" sz="2500" dirty="0" err="1"/>
              <a:t>мови</a:t>
            </a:r>
            <a:endParaRPr lang="uk-UA" dirty="0"/>
          </a:p>
          <a:p>
            <a:r>
              <a:rPr lang="en-US" sz="2500" dirty="0"/>
              <a:t>(у </a:t>
            </a:r>
            <a:r>
              <a:rPr lang="en-US" sz="2500" dirty="0" err="1"/>
              <a:t>майбутньому</a:t>
            </a:r>
            <a:r>
              <a:rPr lang="en-US" sz="2500" dirty="0"/>
              <a:t>)</a:t>
            </a:r>
            <a:endParaRPr lang="en-US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D181E91F-73AA-8DEB-045D-1B0160A6B528}"/>
              </a:ext>
            </a:extLst>
          </p:cNvPr>
          <p:cNvSpPr txBox="1">
            <a:spLocks/>
          </p:cNvSpPr>
          <p:nvPr/>
        </p:nvSpPr>
        <p:spPr>
          <a:xfrm>
            <a:off x="7003213" y="2237428"/>
            <a:ext cx="4252166" cy="74648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 err="1"/>
              <a:t>Створення</a:t>
            </a:r>
            <a:r>
              <a:rPr lang="en-US" sz="2500" dirty="0"/>
              <a:t> </a:t>
            </a:r>
            <a:r>
              <a:rPr lang="en-US" sz="2500" dirty="0" err="1"/>
              <a:t>папок</a:t>
            </a:r>
            <a:r>
              <a:rPr lang="en-US" sz="2500" dirty="0"/>
              <a:t> </a:t>
            </a:r>
            <a:r>
              <a:rPr lang="en-US" sz="2500" dirty="0" err="1"/>
              <a:t>де</a:t>
            </a:r>
            <a:r>
              <a:rPr lang="en-US" sz="2500" dirty="0"/>
              <a:t> </a:t>
            </a:r>
            <a:r>
              <a:rPr lang="en-US" sz="2500" dirty="0" err="1"/>
              <a:t>зберігаются</a:t>
            </a:r>
            <a:r>
              <a:rPr lang="en-US" sz="2500" dirty="0"/>
              <a:t> </a:t>
            </a:r>
            <a:r>
              <a:rPr lang="en-US" sz="2500" dirty="0" err="1"/>
              <a:t>файли</a:t>
            </a:r>
            <a:endParaRPr lang="uk-UA" dirty="0" err="1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ACEB44E3-75A4-A880-0263-3FC1DB11E88B}"/>
              </a:ext>
            </a:extLst>
          </p:cNvPr>
          <p:cNvSpPr txBox="1">
            <a:spLocks/>
          </p:cNvSpPr>
          <p:nvPr/>
        </p:nvSpPr>
        <p:spPr>
          <a:xfrm>
            <a:off x="5436241" y="5713965"/>
            <a:ext cx="3936360" cy="7464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 err="1"/>
              <a:t>Запуск</a:t>
            </a:r>
            <a:r>
              <a:rPr lang="en-US" sz="2500" dirty="0"/>
              <a:t> </a:t>
            </a:r>
            <a:r>
              <a:rPr lang="en-US" sz="2500" dirty="0" err="1"/>
              <a:t>бота</a:t>
            </a:r>
            <a:r>
              <a:rPr lang="en-US" sz="2500" dirty="0"/>
              <a:t> і </a:t>
            </a:r>
            <a:r>
              <a:rPr lang="en-US" sz="2500" dirty="0" err="1"/>
              <a:t>можливість</a:t>
            </a:r>
            <a:r>
              <a:rPr lang="en-US" sz="2500" dirty="0"/>
              <a:t> </a:t>
            </a:r>
            <a:r>
              <a:rPr lang="en-US" sz="2500" dirty="0" err="1"/>
              <a:t>працювати</a:t>
            </a:r>
            <a:r>
              <a:rPr lang="en-US" sz="2500" dirty="0"/>
              <a:t> </a:t>
            </a:r>
            <a:r>
              <a:rPr lang="en-US" sz="2500" dirty="0" err="1"/>
              <a:t>нескінченно</a:t>
            </a:r>
            <a:endParaRPr lang="uk-UA" dirty="0" err="1"/>
          </a:p>
        </p:txBody>
      </p:sp>
    </p:spTree>
    <p:extLst>
      <p:ext uri="{BB962C8B-B14F-4D97-AF65-F5344CB8AC3E}">
        <p14:creationId xmlns:p14="http://schemas.microsoft.com/office/powerpoint/2010/main" val="910017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12B206-25E9-4F8B-AED7-8353BA62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42A6D3-8DB2-4EE4-B19A-4C40D070F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2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EC014-4EF6-DECF-2ECB-B715388A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95894"/>
            <a:ext cx="9144000" cy="104375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500" dirty="0" err="1"/>
              <a:t>Код</a:t>
            </a:r>
            <a:endParaRPr lang="uk-UA" sz="5500" dirty="0"/>
          </a:p>
        </p:txBody>
      </p:sp>
      <p:pic>
        <p:nvPicPr>
          <p:cNvPr id="4" name="Місце для вмісту 3" descr="Зображення, що містить текст, знімок екрана, Шрифт, програмне забезпечення&#10;&#10;Опис створено автоматично">
            <a:extLst>
              <a:ext uri="{FF2B5EF4-FFF2-40B4-BE49-F238E27FC236}">
                <a16:creationId xmlns:a16="http://schemas.microsoft.com/office/drawing/2014/main" id="{50A410A2-6917-53C4-A644-EF7E817C1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21" y="1128535"/>
            <a:ext cx="5509217" cy="2782155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&#10;&#10;Опис створено автоматично">
            <a:extLst>
              <a:ext uri="{FF2B5EF4-FFF2-40B4-BE49-F238E27FC236}">
                <a16:creationId xmlns:a16="http://schemas.microsoft.com/office/drawing/2014/main" id="{5A4D1436-01CA-EE9C-D0E4-0A1D1BC8D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338" y="1128536"/>
            <a:ext cx="5736403" cy="2782155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65CFDB-63A4-4033-A10B-8444138F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1FEE396-5BE8-0B3C-B13A-ACA0D89DBF15}"/>
              </a:ext>
            </a:extLst>
          </p:cNvPr>
          <p:cNvSpPr txBox="1">
            <a:spLocks/>
          </p:cNvSpPr>
          <p:nvPr/>
        </p:nvSpPr>
        <p:spPr>
          <a:xfrm>
            <a:off x="903768" y="342900"/>
            <a:ext cx="3936360" cy="74648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500" dirty="0" err="1"/>
              <a:t>Максимальний</a:t>
            </a:r>
            <a:r>
              <a:rPr lang="en-US" sz="2500" dirty="0"/>
              <a:t> </a:t>
            </a:r>
            <a:r>
              <a:rPr lang="en-US" sz="2500" dirty="0" err="1"/>
              <a:t>розмір</a:t>
            </a:r>
            <a:r>
              <a:rPr lang="en-US" sz="2500" dirty="0"/>
              <a:t> </a:t>
            </a:r>
            <a:r>
              <a:rPr lang="en-US" sz="2500" dirty="0" err="1"/>
              <a:t>файлів</a:t>
            </a:r>
            <a:r>
              <a:rPr lang="en-US" sz="2500" dirty="0"/>
              <a:t>:</a:t>
            </a:r>
            <a:endParaRPr lang="uk-UA" dirty="0" err="1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390C8BD-23AE-447F-1B17-8406EFAFCA98}"/>
              </a:ext>
            </a:extLst>
          </p:cNvPr>
          <p:cNvSpPr txBox="1">
            <a:spLocks/>
          </p:cNvSpPr>
          <p:nvPr/>
        </p:nvSpPr>
        <p:spPr>
          <a:xfrm>
            <a:off x="7011041" y="221974"/>
            <a:ext cx="3936360" cy="7464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500" dirty="0" err="1"/>
              <a:t>Розширення</a:t>
            </a:r>
            <a:r>
              <a:rPr lang="en-US" sz="2500" dirty="0"/>
              <a:t> </a:t>
            </a:r>
            <a:r>
              <a:rPr lang="en-US" sz="2500" dirty="0" err="1"/>
              <a:t>файлів</a:t>
            </a:r>
            <a:r>
              <a:rPr lang="en-US" sz="2500" dirty="0"/>
              <a:t>:</a:t>
            </a:r>
            <a:endParaRPr lang="uk-UA" dirty="0" err="1"/>
          </a:p>
        </p:txBody>
      </p:sp>
    </p:spTree>
    <p:extLst>
      <p:ext uri="{BB962C8B-B14F-4D97-AF65-F5344CB8AC3E}">
        <p14:creationId xmlns:p14="http://schemas.microsoft.com/office/powerpoint/2010/main" val="2537445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72265-848F-54FB-40B9-DB4779E8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anchor="t">
            <a:normAutofit/>
          </a:bodyPr>
          <a:lstStyle/>
          <a:p>
            <a:r>
              <a:rPr lang="uk-UA" dirty="0"/>
              <a:t>Плани на розвиток: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C4AE9A2-395D-17DB-B07E-91EAC0014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724" y="415636"/>
            <a:ext cx="7305276" cy="63057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55905" lvl="1" indent="-1282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600" dirty="0" err="1">
                <a:latin typeface="Arial"/>
                <a:cs typeface="Arial"/>
              </a:rPr>
              <a:t>Додаваня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інших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мов</a:t>
            </a:r>
            <a:endParaRPr lang="en-US" sz="3600" dirty="0">
              <a:latin typeface="Arial"/>
              <a:cs typeface="Arial"/>
            </a:endParaRPr>
          </a:p>
          <a:p>
            <a:pPr marL="255905" lvl="1" indent="-1282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600" dirty="0" err="1">
                <a:latin typeface="Arial"/>
                <a:cs typeface="Arial"/>
              </a:rPr>
              <a:t>Можливість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шифрування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паролів</a:t>
            </a:r>
            <a:r>
              <a:rPr lang="en-US" sz="3600" dirty="0">
                <a:latin typeface="Arial"/>
                <a:cs typeface="Arial"/>
              </a:rPr>
              <a:t> і </a:t>
            </a:r>
            <a:r>
              <a:rPr lang="en-US" sz="3600" dirty="0" err="1">
                <a:latin typeface="Arial"/>
                <a:cs typeface="Arial"/>
              </a:rPr>
              <a:t>запису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їх</a:t>
            </a:r>
            <a:r>
              <a:rPr lang="en-US" sz="3600" dirty="0">
                <a:latin typeface="Arial"/>
                <a:cs typeface="Arial"/>
              </a:rPr>
              <a:t> у </a:t>
            </a:r>
            <a:r>
              <a:rPr lang="en-US" sz="3600" dirty="0" err="1">
                <a:latin typeface="Arial"/>
                <a:cs typeface="Arial"/>
              </a:rPr>
              <a:t>датабазу</a:t>
            </a:r>
            <a:endParaRPr lang="en-US" sz="3600" dirty="0">
              <a:latin typeface="Arial"/>
              <a:cs typeface="Arial"/>
            </a:endParaRPr>
          </a:p>
          <a:p>
            <a:pPr marL="255905" lvl="1" indent="-1282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600" dirty="0" err="1">
                <a:latin typeface="Arial"/>
                <a:cs typeface="Arial"/>
              </a:rPr>
              <a:t>Об’єднання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всіх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ботів</a:t>
            </a:r>
            <a:r>
              <a:rPr lang="en-US" sz="3600" dirty="0">
                <a:latin typeface="Arial"/>
                <a:cs typeface="Arial"/>
              </a:rPr>
              <a:t> у </a:t>
            </a:r>
            <a:r>
              <a:rPr lang="en-US" sz="3600" dirty="0" err="1">
                <a:latin typeface="Arial"/>
                <a:cs typeface="Arial"/>
              </a:rPr>
              <a:t>один</a:t>
            </a:r>
            <a:endParaRPr lang="en-US" sz="3600" dirty="0">
              <a:latin typeface="Arial"/>
              <a:cs typeface="Arial"/>
            </a:endParaRPr>
          </a:p>
          <a:p>
            <a:pPr marL="255905" lvl="1" indent="-1282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600" dirty="0" err="1">
                <a:latin typeface="Arial"/>
                <a:cs typeface="Arial"/>
              </a:rPr>
              <a:t>Розробка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сайту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на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основі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бота</a:t>
            </a:r>
            <a:endParaRPr lang="en-US" sz="3600" dirty="0">
              <a:latin typeface="Arial"/>
              <a:cs typeface="Arial"/>
            </a:endParaRPr>
          </a:p>
          <a:p>
            <a:pPr marL="255905" lvl="1" indent="-1282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600" dirty="0" err="1">
                <a:latin typeface="Arial"/>
                <a:cs typeface="Arial"/>
              </a:rPr>
              <a:t>Розробка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додатка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на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основі</a:t>
            </a:r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dirty="0" err="1">
                <a:latin typeface="Arial"/>
                <a:cs typeface="Arial"/>
              </a:rPr>
              <a:t>сайта</a:t>
            </a:r>
            <a:endParaRPr lang="en-US" sz="3600" dirty="0">
              <a:latin typeface="Arial"/>
              <a:cs typeface="Arial"/>
            </a:endParaRPr>
          </a:p>
          <a:p>
            <a:pPr marL="255905" lvl="1" indent="-128270">
              <a:spcBef>
                <a:spcPts val="0"/>
              </a:spcBef>
              <a:buFont typeface="Arial,Sans-Serif" panose="020B0604020202020204" pitchFamily="34" charset="0"/>
            </a:pPr>
            <a:r>
              <a:rPr lang="ru-RU" sz="3600" dirty="0" err="1">
                <a:latin typeface="Arial"/>
                <a:cs typeface="Arial"/>
              </a:rPr>
              <a:t>Створення</a:t>
            </a:r>
            <a:r>
              <a:rPr lang="ru-RU" sz="3600" dirty="0">
                <a:latin typeface="Arial"/>
                <a:cs typeface="Arial"/>
              </a:rPr>
              <a:t> бота для </a:t>
            </a:r>
            <a:r>
              <a:rPr lang="ru-RU" sz="3600" dirty="0" err="1">
                <a:latin typeface="Arial"/>
                <a:cs typeface="Arial"/>
              </a:rPr>
              <a:t>фіксації</a:t>
            </a:r>
            <a:r>
              <a:rPr lang="ru-RU" sz="3600" dirty="0">
                <a:latin typeface="Arial"/>
                <a:cs typeface="Arial"/>
              </a:rPr>
              <a:t> та </a:t>
            </a:r>
            <a:r>
              <a:rPr lang="ru-RU" sz="3600" dirty="0" err="1">
                <a:latin typeface="Arial"/>
                <a:cs typeface="Arial"/>
              </a:rPr>
              <a:t>ведення</a:t>
            </a:r>
            <a:r>
              <a:rPr lang="ru-RU" sz="3600" dirty="0">
                <a:latin typeface="Arial"/>
                <a:cs typeface="Arial"/>
              </a:rPr>
              <a:t> </a:t>
            </a:r>
            <a:r>
              <a:rPr lang="ru-RU" sz="3600" dirty="0" err="1">
                <a:latin typeface="Arial"/>
                <a:cs typeface="Arial"/>
              </a:rPr>
              <a:t>обліку</a:t>
            </a:r>
            <a:r>
              <a:rPr lang="ru-RU" sz="3600" dirty="0">
                <a:latin typeface="Arial"/>
                <a:cs typeface="Arial"/>
              </a:rPr>
              <a:t> </a:t>
            </a:r>
            <a:r>
              <a:rPr lang="ru-RU" sz="3600" dirty="0" err="1">
                <a:latin typeface="Arial"/>
                <a:cs typeface="Arial"/>
              </a:rPr>
              <a:t>відсутутніх</a:t>
            </a:r>
            <a:r>
              <a:rPr lang="ru-RU" sz="3600" dirty="0">
                <a:latin typeface="Arial"/>
                <a:cs typeface="Arial"/>
              </a:rPr>
              <a:t> </a:t>
            </a:r>
            <a:r>
              <a:rPr lang="ru-RU" sz="3600" dirty="0" err="1">
                <a:latin typeface="Arial"/>
                <a:cs typeface="Arial"/>
              </a:rPr>
              <a:t>учнів</a:t>
            </a:r>
            <a:r>
              <a:rPr lang="ru-RU" sz="3600" dirty="0">
                <a:latin typeface="Arial"/>
                <a:cs typeface="Arial"/>
              </a:rPr>
              <a:t> у </a:t>
            </a:r>
            <a:r>
              <a:rPr lang="ru-RU" sz="3600" dirty="0" err="1">
                <a:latin typeface="Arial"/>
                <a:cs typeface="Arial"/>
              </a:rPr>
              <a:t>навчальному</a:t>
            </a:r>
            <a:r>
              <a:rPr lang="ru-RU" sz="3600" dirty="0">
                <a:latin typeface="Arial"/>
                <a:cs typeface="Arial"/>
              </a:rPr>
              <a:t> </a:t>
            </a:r>
            <a:r>
              <a:rPr lang="ru-RU" sz="3600" dirty="0" err="1">
                <a:latin typeface="Arial"/>
                <a:cs typeface="Arial"/>
              </a:rPr>
              <a:t>закладі</a:t>
            </a:r>
            <a:r>
              <a:rPr lang="ru-RU" sz="3600" dirty="0">
                <a:latin typeface="Arial"/>
                <a:cs typeface="Arial"/>
              </a:rPr>
              <a:t>. </a:t>
            </a:r>
            <a:endParaRPr lang="en-US" sz="3600" dirty="0">
              <a:latin typeface="Arial"/>
              <a:cs typeface="Arial"/>
            </a:endParaRPr>
          </a:p>
          <a:p>
            <a:endParaRPr lang="uk-UA" sz="3000" dirty="0"/>
          </a:p>
        </p:txBody>
      </p:sp>
      <p:cxnSp>
        <p:nvCxnSpPr>
          <p:cNvPr id="23" name="Straight Connector 11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5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E3293-F8D4-316A-7FE0-3C5F83EA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anchor="t">
            <a:normAutofit/>
          </a:bodyPr>
          <a:lstStyle/>
          <a:p>
            <a:r>
              <a:rPr lang="uk-UA" dirty="0"/>
              <a:t>Висновки: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4D637F-BFDB-D964-D9FF-D637E9868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533400"/>
            <a:ext cx="6768193" cy="57714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uk-UA" dirty="0"/>
              <a:t> Наразі бот може зберігати фото, відео, текстові та </a:t>
            </a:r>
            <a:r>
              <a:rPr lang="uk-UA" dirty="0" err="1"/>
              <a:t>Python</a:t>
            </a:r>
            <a:r>
              <a:rPr lang="uk-UA" dirty="0"/>
              <a:t> файли. Також може зберігати музику, презентації, паролі та контакти. При відправці максимальна вага файлів 200 </a:t>
            </a:r>
            <a:r>
              <a:rPr lang="uk-UA" dirty="0" err="1"/>
              <a:t>мб</a:t>
            </a:r>
            <a:r>
              <a:rPr lang="uk-UA" dirty="0"/>
              <a:t>. Кількість можливих доданих файлів залежить від їх ваги та об'єму накопичувача.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uk-UA" dirty="0"/>
              <a:t> Бот можна використовувати для зберігання фото, відео, документів, музики, різних інших файлів, паролів і контактів.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uk-UA" dirty="0"/>
              <a:t> Перевага бота у тому, що при зберіганні даних на віддаленому комп'ютері, можна не боятися їх втрати із пристроєм. Також бот добре підходить для пристроїв із малим об'ємом накопичувачу, тому що фотографії і відео можуть займати багато простору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33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3789" y="6628"/>
            <a:ext cx="4518211" cy="685799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5882" h="6857998">
                <a:moveTo>
                  <a:pt x="2702091" y="0"/>
                </a:moveTo>
                <a:lnTo>
                  <a:pt x="6125882" y="0"/>
                </a:lnTo>
                <a:lnTo>
                  <a:pt x="6125882" y="6857998"/>
                </a:lnTo>
                <a:lnTo>
                  <a:pt x="0" y="6846045"/>
                </a:lnTo>
                <a:lnTo>
                  <a:pt x="270209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0C715-C63D-1313-A33C-06D155B5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048" y="1645542"/>
            <a:ext cx="7009948" cy="35161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Дякую За увагу!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5898776" cy="13506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1613647" cy="642738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173896"/>
            <a:ext cx="3094383" cy="3684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038522" y="0"/>
            <a:ext cx="2153476" cy="4446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277412" y="-1"/>
            <a:ext cx="3914588" cy="20977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46383" y="5811078"/>
            <a:ext cx="4678017" cy="1046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C10EA2-1BD8-4267-AA7D-AB8CCA53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898777" y="5307496"/>
            <a:ext cx="6293223" cy="15505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51684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_2SEEDS">
      <a:dk1>
        <a:srgbClr val="000000"/>
      </a:dk1>
      <a:lt1>
        <a:srgbClr val="FFFFFF"/>
      </a:lt1>
      <a:dk2>
        <a:srgbClr val="413124"/>
      </a:dk2>
      <a:lt2>
        <a:srgbClr val="E2E5E8"/>
      </a:lt2>
      <a:accent1>
        <a:srgbClr val="E98940"/>
      </a:accent1>
      <a:accent2>
        <a:srgbClr val="EE706E"/>
      </a:accent2>
      <a:accent3>
        <a:srgbClr val="B2A140"/>
      </a:accent3>
      <a:accent4>
        <a:srgbClr val="38B3AF"/>
      </a:accent4>
      <a:accent5>
        <a:srgbClr val="43AAEA"/>
      </a:accent5>
      <a:accent6>
        <a:srgbClr val="4E6DEB"/>
      </a:accent6>
      <a:hlink>
        <a:srgbClr val="5B86A6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440</Words>
  <Application>Microsoft Office PowerPoint</Application>
  <PresentationFormat>Широкоэкранный</PresentationFormat>
  <Paragraphs>85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Arial,Sans-Serif</vt:lpstr>
      <vt:lpstr>Calibri Light</vt:lpstr>
      <vt:lpstr>Courier New,monospace</vt:lpstr>
      <vt:lpstr>Times New Roman</vt:lpstr>
      <vt:lpstr>Univers Condensed Light</vt:lpstr>
      <vt:lpstr>Walbaum Display Light</vt:lpstr>
      <vt:lpstr>AngleLinesVTI</vt:lpstr>
      <vt:lpstr>BotServer</vt:lpstr>
      <vt:lpstr>Етапи дослідження: </vt:lpstr>
      <vt:lpstr>TELEGRAM боти:</vt:lpstr>
      <vt:lpstr>Основні функції ботів:</vt:lpstr>
      <vt:lpstr>Сервер:</vt:lpstr>
      <vt:lpstr>Для чого використовують сервери?</vt:lpstr>
      <vt:lpstr>Як використовуються сервери для Telegram - ботів?</vt:lpstr>
      <vt:lpstr>Сервер на базі telegram бота:</vt:lpstr>
      <vt:lpstr>Презентация PowerPoint</vt:lpstr>
      <vt:lpstr>Код</vt:lpstr>
      <vt:lpstr>Код</vt:lpstr>
      <vt:lpstr>Код</vt:lpstr>
      <vt:lpstr>Плани на розвиток:</vt:lpstr>
      <vt:lpstr>Висновки: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Сервер на базі телеграм бота</dc:title>
  <dc:creator/>
  <cp:lastModifiedBy>Футимська Сніжанна</cp:lastModifiedBy>
  <cp:revision>818</cp:revision>
  <dcterms:created xsi:type="dcterms:W3CDTF">2024-12-28T15:22:19Z</dcterms:created>
  <dcterms:modified xsi:type="dcterms:W3CDTF">2025-11-04T12:11:38Z</dcterms:modified>
</cp:coreProperties>
</file>