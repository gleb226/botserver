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AT Neuzeit" panose="020B0604020202020204" charset="0"/>
      <p:regular r:id="rId3"/>
    </p:embeddedFont>
    <p:embeddedFont>
      <p:font typeface="Montserrat Extra-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E23DE7-BAFE-61ED-E66E-13E8A4746146}" v="6" dt="2025-01-01T17:49:31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2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едведєв Глєб Олегович" userId="S::medve_ay04@student.itstep.org::2b9af415-4b9b-4921-9da2-be0f3dff6b54" providerId="AD" clId="Web-{63E23DE7-BAFE-61ED-E66E-13E8A4746146}"/>
    <pc:docChg chg="modSld">
      <pc:chgData name="Медведєв Глєб Олегович" userId="S::medve_ay04@student.itstep.org::2b9af415-4b9b-4921-9da2-be0f3dff6b54" providerId="AD" clId="Web-{63E23DE7-BAFE-61ED-E66E-13E8A4746146}" dt="2025-01-01T17:49:31.582" v="4" actId="14100"/>
      <pc:docMkLst>
        <pc:docMk/>
      </pc:docMkLst>
      <pc:sldChg chg="addSp modSp">
        <pc:chgData name="Медведєв Глєб Олегович" userId="S::medve_ay04@student.itstep.org::2b9af415-4b9b-4921-9da2-be0f3dff6b54" providerId="AD" clId="Web-{63E23DE7-BAFE-61ED-E66E-13E8A4746146}" dt="2025-01-01T17:49:31.582" v="4" actId="14100"/>
        <pc:sldMkLst>
          <pc:docMk/>
          <pc:sldMk cId="0" sldId="256"/>
        </pc:sldMkLst>
        <pc:picChg chg="add mod">
          <ac:chgData name="Медведєв Глєб Олегович" userId="S::medve_ay04@student.itstep.org::2b9af415-4b9b-4921-9da2-be0f3dff6b54" providerId="AD" clId="Web-{63E23DE7-BAFE-61ED-E66E-13E8A4746146}" dt="2025-01-01T17:49:31.582" v="4" actId="14100"/>
          <ac:picMkLst>
            <pc:docMk/>
            <pc:sldMk cId="0" sldId="256"/>
            <ac:picMk id="25" creationId="{DDDCBBF1-40C4-8359-6732-0240C761D30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883" y="1732205"/>
            <a:ext cx="4196912" cy="23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7"/>
              </a:lnSpc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213315" y="3546095"/>
            <a:ext cx="3934926" cy="1027993"/>
            <a:chOff x="0" y="0"/>
            <a:chExt cx="5246568" cy="1370658"/>
          </a:xfrm>
        </p:grpSpPr>
        <p:sp>
          <p:nvSpPr>
            <p:cNvPr id="4" name="TextBox 4"/>
            <p:cNvSpPr txBox="1"/>
            <p:nvPr/>
          </p:nvSpPr>
          <p:spPr>
            <a:xfrm>
              <a:off x="0" y="-28575"/>
              <a:ext cx="5246568" cy="331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2"/>
                </a:lnSpc>
              </a:pPr>
              <a:r>
                <a:rPr lang="en-US" sz="1537" spc="138">
                  <a:solidFill>
                    <a:srgbClr val="FFCA69"/>
                  </a:solidFill>
                  <a:latin typeface="CAT Neuzeit"/>
                  <a:ea typeface="CAT Neuzeit"/>
                  <a:cs typeface="CAT Neuzeit"/>
                  <a:sym typeface="CAT Neuzeit"/>
                </a:rPr>
                <a:t>МЕТА: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91274"/>
              <a:ext cx="5246568" cy="1053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3"/>
                </a:lnSpc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Розробка Telegram-бота для зручного додавання, перегляду і видалення файлів у категоріях: Фото, Відео, Документи, Музика, Python-файли, Паролі, Контакти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6000" y="175032"/>
            <a:ext cx="5369380" cy="954210"/>
            <a:chOff x="0" y="0"/>
            <a:chExt cx="7159174" cy="1272280"/>
          </a:xfrm>
        </p:grpSpPr>
        <p:sp>
          <p:nvSpPr>
            <p:cNvPr id="7" name="TextBox 7"/>
            <p:cNvSpPr txBox="1"/>
            <p:nvPr/>
          </p:nvSpPr>
          <p:spPr>
            <a:xfrm>
              <a:off x="0" y="-28575"/>
              <a:ext cx="7159174" cy="1437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8"/>
                </a:lnSpc>
              </a:pPr>
              <a:r>
                <a:rPr lang="en-US" sz="1291" spc="116">
                  <a:solidFill>
                    <a:srgbClr val="FFCA69"/>
                  </a:solidFill>
                  <a:latin typeface="CAT Neuzeit"/>
                  <a:ea typeface="CAT Neuzeit"/>
                  <a:cs typeface="CAT Neuzeit"/>
                  <a:sym typeface="CAT Neuzeit"/>
                </a:rPr>
                <a:t>УПРАВЛІННЯ ОСВІТИ УЖГОРОДСЬКОЇ МІСЬКОЇ РАДИ</a:t>
              </a:r>
            </a:p>
            <a:p>
              <a:pPr algn="ctr">
                <a:lnSpc>
                  <a:spcPts val="1808"/>
                </a:lnSpc>
              </a:pPr>
              <a:r>
                <a:rPr lang="en-US" sz="1291" spc="116">
                  <a:solidFill>
                    <a:srgbClr val="FFCA69"/>
                  </a:solidFill>
                  <a:latin typeface="CAT Neuzeit"/>
                  <a:ea typeface="CAT Neuzeit"/>
                  <a:cs typeface="CAT Neuzeit"/>
                  <a:sym typeface="CAT Neuzeit"/>
                </a:rPr>
                <a:t>Ужгородська філія Закарпатського територіального відділення МАН України</a:t>
              </a:r>
            </a:p>
            <a:p>
              <a:pPr algn="ctr">
                <a:lnSpc>
                  <a:spcPts val="1808"/>
                </a:lnSpc>
              </a:pPr>
              <a:endParaRPr lang="en-US" sz="1291" spc="116">
                <a:solidFill>
                  <a:srgbClr val="FFCA69"/>
                </a:solidFill>
                <a:latin typeface="CAT Neuzeit"/>
                <a:ea typeface="CAT Neuzeit"/>
                <a:cs typeface="CAT Neuzeit"/>
                <a:sym typeface="CAT Neuzeit"/>
              </a:endParaRPr>
            </a:p>
            <a:p>
              <a:pPr algn="ctr">
                <a:lnSpc>
                  <a:spcPts val="1407"/>
                </a:lnSpc>
              </a:pPr>
              <a:endParaRPr lang="en-US" sz="1291" spc="116">
                <a:solidFill>
                  <a:srgbClr val="FFCA69"/>
                </a:solidFill>
                <a:latin typeface="CAT Neuzeit"/>
                <a:ea typeface="CAT Neuzeit"/>
                <a:cs typeface="CAT Neuzeit"/>
                <a:sym typeface="CAT Neuzei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454966"/>
              <a:ext cx="7159174" cy="1437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1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1528" y="1034023"/>
            <a:ext cx="5183852" cy="698182"/>
            <a:chOff x="0" y="0"/>
            <a:chExt cx="6911803" cy="93090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6911803" cy="937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55"/>
                </a:lnSpc>
              </a:pPr>
              <a:r>
                <a:rPr lang="en-US" sz="2039" spc="183">
                  <a:solidFill>
                    <a:srgbClr val="FFCA69"/>
                  </a:solidFill>
                  <a:latin typeface="CAT Neuzeit"/>
                  <a:ea typeface="CAT Neuzeit"/>
                  <a:cs typeface="CAT Neuzeit"/>
                  <a:sym typeface="CAT Neuzeit"/>
                </a:rPr>
                <a:t>СЕРВЕР НА БАЗІ TELEGRAM-БОТА</a:t>
              </a:r>
            </a:p>
            <a:p>
              <a:pPr algn="ctr">
                <a:lnSpc>
                  <a:spcPts val="2855"/>
                </a:lnSpc>
              </a:pPr>
              <a:endParaRPr lang="en-US" sz="2039" spc="183">
                <a:solidFill>
                  <a:srgbClr val="FFCA69"/>
                </a:solidFill>
                <a:latin typeface="CAT Neuzeit"/>
                <a:ea typeface="CAT Neuzeit"/>
                <a:cs typeface="CAT Neuzeit"/>
                <a:sym typeface="CAT Neuzeit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17294"/>
              <a:ext cx="6911803" cy="326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9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0314" y="2099848"/>
            <a:ext cx="4743185" cy="144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9235" lvl="1" indent="-154618" algn="l">
              <a:lnSpc>
                <a:spcPts val="2005"/>
              </a:lnSpc>
              <a:buFont typeface="Arial"/>
              <a:buChar char="•"/>
            </a:pPr>
            <a:r>
              <a:rPr lang="en-US" sz="1432" spc="14">
                <a:solidFill>
                  <a:srgbClr val="FFF6E4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Роботу виконав Медведєв Глєб Олегович</a:t>
            </a:r>
          </a:p>
          <a:p>
            <a:pPr marL="309235" lvl="1" indent="-154618" algn="l">
              <a:lnSpc>
                <a:spcPts val="2005"/>
              </a:lnSpc>
              <a:buFont typeface="Arial"/>
              <a:buChar char="•"/>
            </a:pPr>
            <a:r>
              <a:rPr lang="en-US" sz="1432" spc="14">
                <a:solidFill>
                  <a:srgbClr val="FFF6E4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Ужгородський ліцей № 3</a:t>
            </a:r>
          </a:p>
          <a:p>
            <a:pPr marL="309235" lvl="1" indent="-154618" algn="l">
              <a:lnSpc>
                <a:spcPts val="2005"/>
              </a:lnSpc>
              <a:buFont typeface="Arial"/>
              <a:buChar char="•"/>
            </a:pPr>
            <a:r>
              <a:rPr lang="en-US" sz="1432" spc="14">
                <a:solidFill>
                  <a:srgbClr val="FFF6E4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9- А клас</a:t>
            </a:r>
          </a:p>
          <a:p>
            <a:pPr marL="309235" lvl="1" indent="-154618" algn="l">
              <a:lnSpc>
                <a:spcPts val="2005"/>
              </a:lnSpc>
              <a:buFont typeface="Arial"/>
              <a:buChar char="•"/>
            </a:pPr>
            <a:r>
              <a:rPr lang="en-US" sz="1432" spc="14">
                <a:solidFill>
                  <a:srgbClr val="FFF6E4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Місто Ужгород</a:t>
            </a:r>
          </a:p>
          <a:p>
            <a:pPr marL="309235" lvl="1" indent="-154618" algn="l">
              <a:lnSpc>
                <a:spcPts val="2005"/>
              </a:lnSpc>
              <a:buFont typeface="Arial"/>
              <a:buChar char="•"/>
            </a:pPr>
            <a:r>
              <a:rPr lang="en-US" sz="1432" spc="14">
                <a:solidFill>
                  <a:srgbClr val="FFF6E4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Науковий керівник Кочемба Аліса Анатоліївна</a:t>
            </a:r>
          </a:p>
          <a:p>
            <a:pPr algn="l">
              <a:lnSpc>
                <a:spcPts val="2005"/>
              </a:lnSpc>
            </a:pPr>
            <a:endParaRPr lang="en-US" sz="1432" spc="14">
              <a:solidFill>
                <a:srgbClr val="FFF6E4"/>
              </a:solidFill>
              <a:latin typeface="Montserrat Extra-Light"/>
              <a:ea typeface="Montserrat Extra-Light"/>
              <a:cs typeface="Montserrat Extra-Light"/>
              <a:sym typeface="Montserrat Extra-Light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58746" y="4832003"/>
            <a:ext cx="3934926" cy="1227722"/>
            <a:chOff x="0" y="0"/>
            <a:chExt cx="5246568" cy="163696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28575"/>
              <a:ext cx="5246568" cy="331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2"/>
                </a:lnSpc>
              </a:pPr>
              <a:r>
                <a:rPr lang="en-US" sz="1537" spc="138">
                  <a:solidFill>
                    <a:srgbClr val="FFCA69"/>
                  </a:solidFill>
                  <a:latin typeface="CAT Neuzeit"/>
                  <a:ea typeface="CAT Neuzeit"/>
                  <a:cs typeface="CAT Neuzeit"/>
                  <a:sym typeface="CAT Neuzeit"/>
                </a:rPr>
                <a:t>ЗАВДАННЯ: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91274"/>
              <a:ext cx="5246568" cy="1319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3"/>
                </a:lnSpc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Створення інтерфейсу з кнопками для швидкого доступу до функцій бота, забезпечення підтримки великих списків файлів, надання можливості завантажувати, переглядати та видаляти файли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8746" y="6316901"/>
            <a:ext cx="3934926" cy="428806"/>
            <a:chOff x="0" y="0"/>
            <a:chExt cx="5246568" cy="571742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8575"/>
              <a:ext cx="5246568" cy="331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2"/>
                </a:lnSpc>
              </a:pPr>
              <a:r>
                <a:rPr lang="en-US" sz="1537" spc="138">
                  <a:solidFill>
                    <a:srgbClr val="FFCA69"/>
                  </a:solidFill>
                  <a:latin typeface="CAT Neuzeit"/>
                  <a:ea typeface="CAT Neuzeit"/>
                  <a:cs typeface="CAT Neuzeit"/>
                  <a:sym typeface="CAT Neuzeit"/>
                </a:rPr>
                <a:t>ОБ’ЄКТ: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391274"/>
              <a:ext cx="5246568" cy="254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3"/>
                </a:lnSpc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Telegram-бот для керування файлами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5901" y="7002882"/>
            <a:ext cx="3934926" cy="828265"/>
            <a:chOff x="0" y="0"/>
            <a:chExt cx="5246568" cy="1104353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28575"/>
              <a:ext cx="5246568" cy="331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2"/>
                </a:lnSpc>
              </a:pPr>
              <a:r>
                <a:rPr lang="en-US" sz="1537" spc="138">
                  <a:solidFill>
                    <a:srgbClr val="FFCA69"/>
                  </a:solidFill>
                  <a:latin typeface="CAT Neuzeit"/>
                  <a:ea typeface="CAT Neuzeit"/>
                  <a:cs typeface="CAT Neuzeit"/>
                  <a:sym typeface="CAT Neuzeit"/>
                </a:rPr>
                <a:t>ВИСНОВКИ: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391274"/>
              <a:ext cx="5246568" cy="787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3"/>
                </a:lnSpc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 В результаті виконання роботи було створено зручний інтерфейс для персонального або командного використання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5901" y="8088322"/>
            <a:ext cx="3934926" cy="1486378"/>
            <a:chOff x="0" y="0"/>
            <a:chExt cx="5246568" cy="1981837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28575"/>
              <a:ext cx="5246568" cy="331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2"/>
                </a:lnSpc>
              </a:pPr>
              <a:r>
                <a:rPr lang="en-US" sz="1537" spc="138">
                  <a:solidFill>
                    <a:srgbClr val="FFCA69"/>
                  </a:solidFill>
                  <a:latin typeface="CAT Neuzeit"/>
                  <a:ea typeface="CAT Neuzeit"/>
                  <a:cs typeface="CAT Neuzeit"/>
                  <a:sym typeface="CAT Neuzeit"/>
                </a:rPr>
                <a:t>ПЛАНИ НА РОЗВИТОК: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391274"/>
              <a:ext cx="5246568" cy="1664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56539" lvl="1" indent="-128270" algn="l">
                <a:lnSpc>
                  <a:spcPts val="1663"/>
                </a:lnSpc>
                <a:buFont typeface="Arial"/>
                <a:buChar char="•"/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Додаваня інших мов</a:t>
              </a:r>
            </a:p>
            <a:p>
              <a:pPr marL="256539" lvl="1" indent="-128270" algn="l">
                <a:lnSpc>
                  <a:spcPts val="1663"/>
                </a:lnSpc>
                <a:buFont typeface="Arial"/>
                <a:buChar char="•"/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Можливіст шифрування паролів і запису їх у датабазу</a:t>
              </a:r>
            </a:p>
            <a:p>
              <a:pPr marL="256539" lvl="1" indent="-128270" algn="l">
                <a:lnSpc>
                  <a:spcPts val="1663"/>
                </a:lnSpc>
                <a:buFont typeface="Arial"/>
                <a:buChar char="•"/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Об’єднання всіх ботів у один</a:t>
              </a:r>
            </a:p>
            <a:p>
              <a:pPr marL="256539" lvl="1" indent="-128270" algn="l">
                <a:lnSpc>
                  <a:spcPts val="1663"/>
                </a:lnSpc>
                <a:buFont typeface="Arial"/>
                <a:buChar char="•"/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Розробка сайту на основі бота</a:t>
              </a:r>
            </a:p>
            <a:p>
              <a:pPr marL="256539" lvl="1" indent="-128270" algn="l">
                <a:lnSpc>
                  <a:spcPts val="1663"/>
                </a:lnSpc>
                <a:buFont typeface="Arial"/>
                <a:buChar char="•"/>
              </a:pPr>
              <a:r>
                <a:rPr lang="en-US" sz="1188" spc="11">
                  <a:solidFill>
                    <a:srgbClr val="FFF6E4"/>
                  </a:solidFill>
                  <a:latin typeface="Montserrat Extra-Light"/>
                  <a:ea typeface="Montserrat Extra-Light"/>
                  <a:cs typeface="Montserrat Extra-Light"/>
                  <a:sym typeface="Montserrat Extra-Light"/>
                </a:rPr>
                <a:t>Розробка додатка на основі сайта</a:t>
              </a:r>
            </a:p>
          </p:txBody>
        </p:sp>
      </p:grpSp>
      <p:pic>
        <p:nvPicPr>
          <p:cNvPr id="25" name="Рисунок 24" descr="Зображення, що містить Обличчя людини, особа, одежа, у приміщенні&#10;&#10;Опис створено автоматично">
            <a:extLst>
              <a:ext uri="{FF2B5EF4-FFF2-40B4-BE49-F238E27FC236}">
                <a16:creationId xmlns:a16="http://schemas.microsoft.com/office/drawing/2014/main" id="{DDDCBBF1-40C4-8359-6732-0240C761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507" y="1563586"/>
            <a:ext cx="2594843" cy="32659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Довільний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2" baseType="lpstr">
      <vt:lpstr>Office Theme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Постер</dc:title>
  <cp:revision>4</cp:revision>
  <dcterms:created xsi:type="dcterms:W3CDTF">2006-08-16T00:00:00Z</dcterms:created>
  <dcterms:modified xsi:type="dcterms:W3CDTF">2025-01-01T17:49:32Z</dcterms:modified>
  <dc:identifier>DAGX3zJMqUI</dc:identifier>
</cp:coreProperties>
</file>